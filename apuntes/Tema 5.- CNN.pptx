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19"/>
  </p:notesMasterIdLst>
  <p:sldIdLst>
    <p:sldId id="259" r:id="rId2"/>
    <p:sldId id="350" r:id="rId3"/>
    <p:sldId id="409" r:id="rId4"/>
    <p:sldId id="384" r:id="rId5"/>
    <p:sldId id="410" r:id="rId6"/>
    <p:sldId id="411" r:id="rId7"/>
    <p:sldId id="385" r:id="rId8"/>
    <p:sldId id="412" r:id="rId9"/>
    <p:sldId id="413" r:id="rId10"/>
    <p:sldId id="414" r:id="rId11"/>
    <p:sldId id="415" r:id="rId12"/>
    <p:sldId id="418" r:id="rId13"/>
    <p:sldId id="419" r:id="rId14"/>
    <p:sldId id="420" r:id="rId15"/>
    <p:sldId id="421" r:id="rId16"/>
    <p:sldId id="422" r:id="rId17"/>
    <p:sldId id="416" r:id="rId18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FF66"/>
    <a:srgbClr val="34EAE6"/>
    <a:srgbClr val="28F6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2BE246-4152-40E6-94D4-D0662D877079}" v="396" dt="2025-10-19T13:14:50.3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33" autoAdjust="0"/>
    <p:restoredTop sz="94660"/>
  </p:normalViewPr>
  <p:slideViewPr>
    <p:cSldViewPr>
      <p:cViewPr varScale="1">
        <p:scale>
          <a:sx n="111" d="100"/>
          <a:sy n="111" d="100"/>
        </p:scale>
        <p:origin x="1482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315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Tesch" userId="88587a9db95d6a10" providerId="LiveId" clId="{0204C6D2-D373-4485-B02D-A39DFD606517}"/>
    <pc:docChg chg="undo redo custSel addSld delSld modSld sldOrd">
      <pc:chgData name="Jorge Tesch" userId="88587a9db95d6a10" providerId="LiveId" clId="{0204C6D2-D373-4485-B02D-A39DFD606517}" dt="2025-10-19T17:59:22.784" v="13690" actId="1076"/>
      <pc:docMkLst>
        <pc:docMk/>
      </pc:docMkLst>
      <pc:sldChg chg="modSp mod">
        <pc:chgData name="Jorge Tesch" userId="88587a9db95d6a10" providerId="LiveId" clId="{0204C6D2-D373-4485-B02D-A39DFD606517}" dt="2025-10-14T16:06:52.040" v="11497" actId="20577"/>
        <pc:sldMkLst>
          <pc:docMk/>
          <pc:sldMk cId="3369892711" sldId="259"/>
        </pc:sldMkLst>
        <pc:spChg chg="mod">
          <ac:chgData name="Jorge Tesch" userId="88587a9db95d6a10" providerId="LiveId" clId="{0204C6D2-D373-4485-B02D-A39DFD606517}" dt="2025-10-14T16:06:52.040" v="11497" actId="20577"/>
          <ac:spMkLst>
            <pc:docMk/>
            <pc:sldMk cId="3369892711" sldId="259"/>
            <ac:spMk id="3" creationId="{00000000-0000-0000-0000-000000000000}"/>
          </ac:spMkLst>
        </pc:spChg>
      </pc:sldChg>
      <pc:sldChg chg="addSp delSp modSp del mod">
        <pc:chgData name="Jorge Tesch" userId="88587a9db95d6a10" providerId="LiveId" clId="{0204C6D2-D373-4485-B02D-A39DFD606517}" dt="2025-09-11T15:43:53.957" v="63" actId="47"/>
        <pc:sldMkLst>
          <pc:docMk/>
          <pc:sldMk cId="4122437521" sldId="349"/>
        </pc:sldMkLst>
      </pc:sldChg>
      <pc:sldChg chg="addSp delSp modSp add mod">
        <pc:chgData name="Jorge Tesch" userId="88587a9db95d6a10" providerId="LiveId" clId="{0204C6D2-D373-4485-B02D-A39DFD606517}" dt="2025-10-14T16:27:23.472" v="11763" actId="1076"/>
        <pc:sldMkLst>
          <pc:docMk/>
          <pc:sldMk cId="3942861673" sldId="350"/>
        </pc:sldMkLst>
        <pc:spChg chg="mod">
          <ac:chgData name="Jorge Tesch" userId="88587a9db95d6a10" providerId="LiveId" clId="{0204C6D2-D373-4485-B02D-A39DFD606517}" dt="2025-10-14T16:16:29.731" v="11544" actId="2710"/>
          <ac:spMkLst>
            <pc:docMk/>
            <pc:sldMk cId="3942861673" sldId="350"/>
            <ac:spMk id="2" creationId="{00000000-0000-0000-0000-000000000000}"/>
          </ac:spMkLst>
        </pc:spChg>
        <pc:spChg chg="mod">
          <ac:chgData name="Jorge Tesch" userId="88587a9db95d6a10" providerId="LiveId" clId="{0204C6D2-D373-4485-B02D-A39DFD606517}" dt="2025-10-14T16:07:09.831" v="11517" actId="20577"/>
          <ac:spMkLst>
            <pc:docMk/>
            <pc:sldMk cId="3942861673" sldId="350"/>
            <ac:spMk id="3" creationId="{00000000-0000-0000-0000-000000000000}"/>
          </ac:spMkLst>
        </pc:spChg>
        <pc:spChg chg="mod">
          <ac:chgData name="Jorge Tesch" userId="88587a9db95d6a10" providerId="LiveId" clId="{0204C6D2-D373-4485-B02D-A39DFD606517}" dt="2025-10-14T16:07:06.052" v="11513" actId="20577"/>
          <ac:spMkLst>
            <pc:docMk/>
            <pc:sldMk cId="3942861673" sldId="350"/>
            <ac:spMk id="4" creationId="{00000000-0000-0000-0000-000000000000}"/>
          </ac:spMkLst>
        </pc:spChg>
        <pc:spChg chg="add mod">
          <ac:chgData name="Jorge Tesch" userId="88587a9db95d6a10" providerId="LiveId" clId="{0204C6D2-D373-4485-B02D-A39DFD606517}" dt="2025-10-14T16:21:06.719" v="11682" actId="1076"/>
          <ac:spMkLst>
            <pc:docMk/>
            <pc:sldMk cId="3942861673" sldId="350"/>
            <ac:spMk id="9" creationId="{5FC6E7E7-2702-1C79-648A-D233070393DB}"/>
          </ac:spMkLst>
        </pc:spChg>
        <pc:picChg chg="add mod">
          <ac:chgData name="Jorge Tesch" userId="88587a9db95d6a10" providerId="LiveId" clId="{0204C6D2-D373-4485-B02D-A39DFD606517}" dt="2025-10-14T16:27:23.472" v="11763" actId="1076"/>
          <ac:picMkLst>
            <pc:docMk/>
            <pc:sldMk cId="3942861673" sldId="350"/>
            <ac:picMk id="6" creationId="{912227F1-2840-87D4-7F14-DEE765E08B73}"/>
          </ac:picMkLst>
        </pc:picChg>
      </pc:sldChg>
      <pc:sldChg chg="addSp delSp modSp add mod">
        <pc:chgData name="Jorge Tesch" userId="88587a9db95d6a10" providerId="LiveId" clId="{0204C6D2-D373-4485-B02D-A39DFD606517}" dt="2025-09-18T19:09:33.212" v="4313" actId="20577"/>
        <pc:sldMkLst>
          <pc:docMk/>
          <pc:sldMk cId="2948861669" sldId="351"/>
        </pc:sldMkLst>
      </pc:sldChg>
      <pc:sldChg chg="addSp modSp add del mod">
        <pc:chgData name="Jorge Tesch" userId="88587a9db95d6a10" providerId="LiveId" clId="{0204C6D2-D373-4485-B02D-A39DFD606517}" dt="2025-09-18T12:54:48.848" v="2991" actId="47"/>
        <pc:sldMkLst>
          <pc:docMk/>
          <pc:sldMk cId="3041877552" sldId="352"/>
        </pc:sldMkLst>
      </pc:sldChg>
      <pc:sldChg chg="addSp modSp add del mod">
        <pc:chgData name="Jorge Tesch" userId="88587a9db95d6a10" providerId="LiveId" clId="{0204C6D2-D373-4485-B02D-A39DFD606517}" dt="2025-09-18T15:01:29.086" v="4275" actId="47"/>
        <pc:sldMkLst>
          <pc:docMk/>
          <pc:sldMk cId="917524592" sldId="353"/>
        </pc:sldMkLst>
      </pc:sldChg>
      <pc:sldChg chg="addSp delSp modSp add del mod">
        <pc:chgData name="Jorge Tesch" userId="88587a9db95d6a10" providerId="LiveId" clId="{0204C6D2-D373-4485-B02D-A39DFD606517}" dt="2025-09-18T15:01:38.226" v="4299" actId="47"/>
        <pc:sldMkLst>
          <pc:docMk/>
          <pc:sldMk cId="23113809" sldId="354"/>
        </pc:sldMkLst>
      </pc:sldChg>
      <pc:sldChg chg="del">
        <pc:chgData name="Jorge Tesch" userId="88587a9db95d6a10" providerId="LiveId" clId="{0204C6D2-D373-4485-B02D-A39DFD606517}" dt="2025-09-11T15:28:52.788" v="0" actId="47"/>
        <pc:sldMkLst>
          <pc:docMk/>
          <pc:sldMk cId="1730493215" sldId="355"/>
        </pc:sldMkLst>
      </pc:sldChg>
      <pc:sldChg chg="addSp delSp modSp new del mod">
        <pc:chgData name="Jorge Tesch" userId="88587a9db95d6a10" providerId="LiveId" clId="{0204C6D2-D373-4485-B02D-A39DFD606517}" dt="2025-09-18T15:01:37.565" v="4298" actId="47"/>
        <pc:sldMkLst>
          <pc:docMk/>
          <pc:sldMk cId="3546344449" sldId="355"/>
        </pc:sldMkLst>
      </pc:sldChg>
      <pc:sldChg chg="modSp new del mod">
        <pc:chgData name="Jorge Tesch" userId="88587a9db95d6a10" providerId="LiveId" clId="{0204C6D2-D373-4485-B02D-A39DFD606517}" dt="2025-09-18T15:01:37.233" v="4297" actId="47"/>
        <pc:sldMkLst>
          <pc:docMk/>
          <pc:sldMk cId="3939829848" sldId="356"/>
        </pc:sldMkLst>
      </pc:sldChg>
      <pc:sldChg chg="del">
        <pc:chgData name="Jorge Tesch" userId="88587a9db95d6a10" providerId="LiveId" clId="{0204C6D2-D373-4485-B02D-A39DFD606517}" dt="2025-09-11T15:28:53.392" v="1" actId="47"/>
        <pc:sldMkLst>
          <pc:docMk/>
          <pc:sldMk cId="4271831573" sldId="356"/>
        </pc:sldMkLst>
      </pc:sldChg>
      <pc:sldChg chg="del">
        <pc:chgData name="Jorge Tesch" userId="88587a9db95d6a10" providerId="LiveId" clId="{0204C6D2-D373-4485-B02D-A39DFD606517}" dt="2025-09-11T15:28:53.960" v="2" actId="47"/>
        <pc:sldMkLst>
          <pc:docMk/>
          <pc:sldMk cId="878947407" sldId="357"/>
        </pc:sldMkLst>
      </pc:sldChg>
      <pc:sldChg chg="addSp delSp modSp new del mod">
        <pc:chgData name="Jorge Tesch" userId="88587a9db95d6a10" providerId="LiveId" clId="{0204C6D2-D373-4485-B02D-A39DFD606517}" dt="2025-09-18T15:01:37.037" v="4296" actId="47"/>
        <pc:sldMkLst>
          <pc:docMk/>
          <pc:sldMk cId="2640918570" sldId="357"/>
        </pc:sldMkLst>
      </pc:sldChg>
      <pc:sldChg chg="del">
        <pc:chgData name="Jorge Tesch" userId="88587a9db95d6a10" providerId="LiveId" clId="{0204C6D2-D373-4485-B02D-A39DFD606517}" dt="2025-09-11T15:28:54.421" v="3" actId="47"/>
        <pc:sldMkLst>
          <pc:docMk/>
          <pc:sldMk cId="1355105796" sldId="358"/>
        </pc:sldMkLst>
      </pc:sldChg>
      <pc:sldChg chg="addSp delSp modSp new del mod">
        <pc:chgData name="Jorge Tesch" userId="88587a9db95d6a10" providerId="LiveId" clId="{0204C6D2-D373-4485-B02D-A39DFD606517}" dt="2025-09-18T15:01:36.811" v="4295" actId="47"/>
        <pc:sldMkLst>
          <pc:docMk/>
          <pc:sldMk cId="3430387532" sldId="358"/>
        </pc:sldMkLst>
      </pc:sldChg>
      <pc:sldChg chg="addSp delSp modSp new del mod">
        <pc:chgData name="Jorge Tesch" userId="88587a9db95d6a10" providerId="LiveId" clId="{0204C6D2-D373-4485-B02D-A39DFD606517}" dt="2025-09-18T15:01:36.319" v="4294" actId="47"/>
        <pc:sldMkLst>
          <pc:docMk/>
          <pc:sldMk cId="2043724977" sldId="359"/>
        </pc:sldMkLst>
      </pc:sldChg>
      <pc:sldChg chg="del">
        <pc:chgData name="Jorge Tesch" userId="88587a9db95d6a10" providerId="LiveId" clId="{0204C6D2-D373-4485-B02D-A39DFD606517}" dt="2025-09-11T15:28:54.770" v="4" actId="47"/>
        <pc:sldMkLst>
          <pc:docMk/>
          <pc:sldMk cId="4182386374" sldId="360"/>
        </pc:sldMkLst>
      </pc:sldChg>
      <pc:sldChg chg="addSp delSp modSp new del mod">
        <pc:chgData name="Jorge Tesch" userId="88587a9db95d6a10" providerId="LiveId" clId="{0204C6D2-D373-4485-B02D-A39DFD606517}" dt="2025-09-18T15:01:36.072" v="4293" actId="47"/>
        <pc:sldMkLst>
          <pc:docMk/>
          <pc:sldMk cId="4233648458" sldId="360"/>
        </pc:sldMkLst>
      </pc:sldChg>
      <pc:sldChg chg="addSp delSp modSp new del mod">
        <pc:chgData name="Jorge Tesch" userId="88587a9db95d6a10" providerId="LiveId" clId="{0204C6D2-D373-4485-B02D-A39DFD606517}" dt="2025-09-18T15:01:35.797" v="4292" actId="47"/>
        <pc:sldMkLst>
          <pc:docMk/>
          <pc:sldMk cId="2682590899" sldId="361"/>
        </pc:sldMkLst>
      </pc:sldChg>
      <pc:sldChg chg="del">
        <pc:chgData name="Jorge Tesch" userId="88587a9db95d6a10" providerId="LiveId" clId="{0204C6D2-D373-4485-B02D-A39DFD606517}" dt="2025-09-11T15:28:55.462" v="6" actId="47"/>
        <pc:sldMkLst>
          <pc:docMk/>
          <pc:sldMk cId="3394545837" sldId="361"/>
        </pc:sldMkLst>
      </pc:sldChg>
      <pc:sldChg chg="del">
        <pc:chgData name="Jorge Tesch" userId="88587a9db95d6a10" providerId="LiveId" clId="{0204C6D2-D373-4485-B02D-A39DFD606517}" dt="2025-09-11T15:28:55.778" v="7" actId="47"/>
        <pc:sldMkLst>
          <pc:docMk/>
          <pc:sldMk cId="2532600478" sldId="362"/>
        </pc:sldMkLst>
      </pc:sldChg>
      <pc:sldChg chg="addSp delSp modSp new del mod">
        <pc:chgData name="Jorge Tesch" userId="88587a9db95d6a10" providerId="LiveId" clId="{0204C6D2-D373-4485-B02D-A39DFD606517}" dt="2025-09-18T15:01:35.535" v="4291" actId="47"/>
        <pc:sldMkLst>
          <pc:docMk/>
          <pc:sldMk cId="2978135004" sldId="362"/>
        </pc:sldMkLst>
      </pc:sldChg>
      <pc:sldChg chg="del">
        <pc:chgData name="Jorge Tesch" userId="88587a9db95d6a10" providerId="LiveId" clId="{0204C6D2-D373-4485-B02D-A39DFD606517}" dt="2025-09-11T15:28:56.098" v="8" actId="47"/>
        <pc:sldMkLst>
          <pc:docMk/>
          <pc:sldMk cId="346108024" sldId="363"/>
        </pc:sldMkLst>
      </pc:sldChg>
      <pc:sldChg chg="addSp modSp new del mod">
        <pc:chgData name="Jorge Tesch" userId="88587a9db95d6a10" providerId="LiveId" clId="{0204C6D2-D373-4485-B02D-A39DFD606517}" dt="2025-09-18T15:01:35.273" v="4290" actId="47"/>
        <pc:sldMkLst>
          <pc:docMk/>
          <pc:sldMk cId="2194301722" sldId="363"/>
        </pc:sldMkLst>
      </pc:sldChg>
      <pc:sldChg chg="del">
        <pc:chgData name="Jorge Tesch" userId="88587a9db95d6a10" providerId="LiveId" clId="{0204C6D2-D373-4485-B02D-A39DFD606517}" dt="2025-09-11T15:28:56.609" v="9" actId="47"/>
        <pc:sldMkLst>
          <pc:docMk/>
          <pc:sldMk cId="2945898481" sldId="364"/>
        </pc:sldMkLst>
      </pc:sldChg>
      <pc:sldChg chg="modSp add del mod">
        <pc:chgData name="Jorge Tesch" userId="88587a9db95d6a10" providerId="LiveId" clId="{0204C6D2-D373-4485-B02D-A39DFD606517}" dt="2025-09-18T15:01:35.069" v="4289" actId="47"/>
        <pc:sldMkLst>
          <pc:docMk/>
          <pc:sldMk cId="3469831390" sldId="364"/>
        </pc:sldMkLst>
      </pc:sldChg>
      <pc:sldChg chg="del">
        <pc:chgData name="Jorge Tesch" userId="88587a9db95d6a10" providerId="LiveId" clId="{0204C6D2-D373-4485-B02D-A39DFD606517}" dt="2025-09-11T15:28:55.123" v="5" actId="47"/>
        <pc:sldMkLst>
          <pc:docMk/>
          <pc:sldMk cId="610816159" sldId="365"/>
        </pc:sldMkLst>
      </pc:sldChg>
      <pc:sldChg chg="modSp add del mod">
        <pc:chgData name="Jorge Tesch" userId="88587a9db95d6a10" providerId="LiveId" clId="{0204C6D2-D373-4485-B02D-A39DFD606517}" dt="2025-09-18T15:01:34.871" v="4288" actId="47"/>
        <pc:sldMkLst>
          <pc:docMk/>
          <pc:sldMk cId="4139311946" sldId="365"/>
        </pc:sldMkLst>
      </pc:sldChg>
      <pc:sldChg chg="addSp delSp modSp new del mod">
        <pc:chgData name="Jorge Tesch" userId="88587a9db95d6a10" providerId="LiveId" clId="{0204C6D2-D373-4485-B02D-A39DFD606517}" dt="2025-09-18T15:01:34.687" v="4287" actId="47"/>
        <pc:sldMkLst>
          <pc:docMk/>
          <pc:sldMk cId="3499415974" sldId="366"/>
        </pc:sldMkLst>
      </pc:sldChg>
      <pc:sldChg chg="addSp delSp modSp add del mod">
        <pc:chgData name="Jorge Tesch" userId="88587a9db95d6a10" providerId="LiveId" clId="{0204C6D2-D373-4485-B02D-A39DFD606517}" dt="2025-09-18T15:01:34.504" v="4286" actId="47"/>
        <pc:sldMkLst>
          <pc:docMk/>
          <pc:sldMk cId="3209967581" sldId="367"/>
        </pc:sldMkLst>
      </pc:sldChg>
      <pc:sldChg chg="modSp add del mod">
        <pc:chgData name="Jorge Tesch" userId="88587a9db95d6a10" providerId="LiveId" clId="{0204C6D2-D373-4485-B02D-A39DFD606517}" dt="2025-09-18T15:01:34.316" v="4285" actId="47"/>
        <pc:sldMkLst>
          <pc:docMk/>
          <pc:sldMk cId="4123539351" sldId="368"/>
        </pc:sldMkLst>
      </pc:sldChg>
      <pc:sldChg chg="addSp delSp modSp add del mod">
        <pc:chgData name="Jorge Tesch" userId="88587a9db95d6a10" providerId="LiveId" clId="{0204C6D2-D373-4485-B02D-A39DFD606517}" dt="2025-09-18T15:01:34.126" v="4284" actId="47"/>
        <pc:sldMkLst>
          <pc:docMk/>
          <pc:sldMk cId="3864673662" sldId="369"/>
        </pc:sldMkLst>
      </pc:sldChg>
      <pc:sldChg chg="modSp add del mod">
        <pc:chgData name="Jorge Tesch" userId="88587a9db95d6a10" providerId="LiveId" clId="{0204C6D2-D373-4485-B02D-A39DFD606517}" dt="2025-09-18T15:01:33.946" v="4283" actId="47"/>
        <pc:sldMkLst>
          <pc:docMk/>
          <pc:sldMk cId="3215911074" sldId="370"/>
        </pc:sldMkLst>
      </pc:sldChg>
      <pc:sldChg chg="addSp delSp modSp add del mod">
        <pc:chgData name="Jorge Tesch" userId="88587a9db95d6a10" providerId="LiveId" clId="{0204C6D2-D373-4485-B02D-A39DFD606517}" dt="2025-09-18T15:01:33.777" v="4282" actId="47"/>
        <pc:sldMkLst>
          <pc:docMk/>
          <pc:sldMk cId="4062482326" sldId="371"/>
        </pc:sldMkLst>
      </pc:sldChg>
      <pc:sldChg chg="modSp add del mod">
        <pc:chgData name="Jorge Tesch" userId="88587a9db95d6a10" providerId="LiveId" clId="{0204C6D2-D373-4485-B02D-A39DFD606517}" dt="2025-09-18T15:01:33.599" v="4281" actId="47"/>
        <pc:sldMkLst>
          <pc:docMk/>
          <pc:sldMk cId="2479003345" sldId="372"/>
        </pc:sldMkLst>
      </pc:sldChg>
      <pc:sldChg chg="modSp add del mod">
        <pc:chgData name="Jorge Tesch" userId="88587a9db95d6a10" providerId="LiveId" clId="{0204C6D2-D373-4485-B02D-A39DFD606517}" dt="2025-09-18T15:01:33.419" v="4280" actId="47"/>
        <pc:sldMkLst>
          <pc:docMk/>
          <pc:sldMk cId="2359817773" sldId="373"/>
        </pc:sldMkLst>
      </pc:sldChg>
      <pc:sldChg chg="addSp modSp add del mod">
        <pc:chgData name="Jorge Tesch" userId="88587a9db95d6a10" providerId="LiveId" clId="{0204C6D2-D373-4485-B02D-A39DFD606517}" dt="2025-09-18T15:01:33.255" v="4279" actId="47"/>
        <pc:sldMkLst>
          <pc:docMk/>
          <pc:sldMk cId="1383554072" sldId="374"/>
        </pc:sldMkLst>
      </pc:sldChg>
      <pc:sldChg chg="add del">
        <pc:chgData name="Jorge Tesch" userId="88587a9db95d6a10" providerId="LiveId" clId="{0204C6D2-D373-4485-B02D-A39DFD606517}" dt="2025-09-11T19:12:49.051" v="2433" actId="47"/>
        <pc:sldMkLst>
          <pc:docMk/>
          <pc:sldMk cId="3534520314" sldId="374"/>
        </pc:sldMkLst>
      </pc:sldChg>
      <pc:sldChg chg="add del">
        <pc:chgData name="Jorge Tesch" userId="88587a9db95d6a10" providerId="LiveId" clId="{0204C6D2-D373-4485-B02D-A39DFD606517}" dt="2025-09-11T19:20:52.965" v="2547" actId="47"/>
        <pc:sldMkLst>
          <pc:docMk/>
          <pc:sldMk cId="2798651211" sldId="375"/>
        </pc:sldMkLst>
      </pc:sldChg>
      <pc:sldChg chg="addSp modSp add del mod">
        <pc:chgData name="Jorge Tesch" userId="88587a9db95d6a10" providerId="LiveId" clId="{0204C6D2-D373-4485-B02D-A39DFD606517}" dt="2025-09-18T15:01:32.896" v="4277" actId="47"/>
        <pc:sldMkLst>
          <pc:docMk/>
          <pc:sldMk cId="3508955655" sldId="376"/>
        </pc:sldMkLst>
      </pc:sldChg>
      <pc:sldChg chg="addSp delSp modSp add del mod ord">
        <pc:chgData name="Jorge Tesch" userId="88587a9db95d6a10" providerId="LiveId" clId="{0204C6D2-D373-4485-B02D-A39DFD606517}" dt="2025-09-18T15:01:33.079" v="4278" actId="47"/>
        <pc:sldMkLst>
          <pc:docMk/>
          <pc:sldMk cId="1413471651" sldId="377"/>
        </pc:sldMkLst>
      </pc:sldChg>
      <pc:sldChg chg="addSp delSp modSp add del mod">
        <pc:chgData name="Jorge Tesch" userId="88587a9db95d6a10" providerId="LiveId" clId="{0204C6D2-D373-4485-B02D-A39DFD606517}" dt="2025-09-18T15:01:32.698" v="4276" actId="47"/>
        <pc:sldMkLst>
          <pc:docMk/>
          <pc:sldMk cId="1722840938" sldId="378"/>
        </pc:sldMkLst>
      </pc:sldChg>
      <pc:sldChg chg="add del ord">
        <pc:chgData name="Jorge Tesch" userId="88587a9db95d6a10" providerId="LiveId" clId="{0204C6D2-D373-4485-B02D-A39DFD606517}" dt="2025-09-18T12:54:49.462" v="2992" actId="47"/>
        <pc:sldMkLst>
          <pc:docMk/>
          <pc:sldMk cId="671174829" sldId="379"/>
        </pc:sldMkLst>
      </pc:sldChg>
      <pc:sldChg chg="delSp modSp add del mod">
        <pc:chgData name="Jorge Tesch" userId="88587a9db95d6a10" providerId="LiveId" clId="{0204C6D2-D373-4485-B02D-A39DFD606517}" dt="2025-09-18T14:22:51.750" v="3037" actId="2696"/>
        <pc:sldMkLst>
          <pc:docMk/>
          <pc:sldMk cId="131605950" sldId="380"/>
        </pc:sldMkLst>
      </pc:sldChg>
      <pc:sldChg chg="addSp modSp add mod">
        <pc:chgData name="Jorge Tesch" userId="88587a9db95d6a10" providerId="LiveId" clId="{0204C6D2-D373-4485-B02D-A39DFD606517}" dt="2025-09-18T14:26:14.266" v="3101"/>
        <pc:sldMkLst>
          <pc:docMk/>
          <pc:sldMk cId="1136407488" sldId="381"/>
        </pc:sldMkLst>
      </pc:sldChg>
      <pc:sldChg chg="addSp delSp modSp add mod">
        <pc:chgData name="Jorge Tesch" userId="88587a9db95d6a10" providerId="LiveId" clId="{0204C6D2-D373-4485-B02D-A39DFD606517}" dt="2025-09-18T14:36:05.296" v="3628" actId="20577"/>
        <pc:sldMkLst>
          <pc:docMk/>
          <pc:sldMk cId="3137955477" sldId="382"/>
        </pc:sldMkLst>
      </pc:sldChg>
      <pc:sldChg chg="modSp add mod">
        <pc:chgData name="Jorge Tesch" userId="88587a9db95d6a10" providerId="LiveId" clId="{0204C6D2-D373-4485-B02D-A39DFD606517}" dt="2025-09-18T14:41:17.568" v="3803" actId="14100"/>
        <pc:sldMkLst>
          <pc:docMk/>
          <pc:sldMk cId="3770848822" sldId="383"/>
        </pc:sldMkLst>
      </pc:sldChg>
      <pc:sldChg chg="addSp delSp modSp add mod">
        <pc:chgData name="Jorge Tesch" userId="88587a9db95d6a10" providerId="LiveId" clId="{0204C6D2-D373-4485-B02D-A39DFD606517}" dt="2025-10-14T19:26:25.320" v="12970" actId="14826"/>
        <pc:sldMkLst>
          <pc:docMk/>
          <pc:sldMk cId="3067280417" sldId="384"/>
        </pc:sldMkLst>
        <pc:spChg chg="mod">
          <ac:chgData name="Jorge Tesch" userId="88587a9db95d6a10" providerId="LiveId" clId="{0204C6D2-D373-4485-B02D-A39DFD606517}" dt="2025-10-14T17:22:28.937" v="11772" actId="20577"/>
          <ac:spMkLst>
            <pc:docMk/>
            <pc:sldMk cId="3067280417" sldId="384"/>
            <ac:spMk id="2" creationId="{B8C9A7D1-BDB0-E5D2-13F2-6AF38EA6DB61}"/>
          </ac:spMkLst>
        </pc:spChg>
        <pc:spChg chg="mod">
          <ac:chgData name="Jorge Tesch" userId="88587a9db95d6a10" providerId="LiveId" clId="{0204C6D2-D373-4485-B02D-A39DFD606517}" dt="2025-10-14T17:32:27.795" v="11974" actId="20577"/>
          <ac:spMkLst>
            <pc:docMk/>
            <pc:sldMk cId="3067280417" sldId="384"/>
            <ac:spMk id="3" creationId="{F2D6C114-DAA5-53AD-8A7E-EC3103159347}"/>
          </ac:spMkLst>
        </pc:spChg>
        <pc:spChg chg="mod">
          <ac:chgData name="Jorge Tesch" userId="88587a9db95d6a10" providerId="LiveId" clId="{0204C6D2-D373-4485-B02D-A39DFD606517}" dt="2025-10-14T17:21:54.625" v="11764"/>
          <ac:spMkLst>
            <pc:docMk/>
            <pc:sldMk cId="3067280417" sldId="384"/>
            <ac:spMk id="4" creationId="{4BF597CB-49B5-EA3A-CECC-A143D35B03A3}"/>
          </ac:spMkLst>
        </pc:spChg>
        <pc:graphicFrameChg chg="add mod modGraphic">
          <ac:chgData name="Jorge Tesch" userId="88587a9db95d6a10" providerId="LiveId" clId="{0204C6D2-D373-4485-B02D-A39DFD606517}" dt="2025-10-14T17:28:24.489" v="11970" actId="14100"/>
          <ac:graphicFrameMkLst>
            <pc:docMk/>
            <pc:sldMk cId="3067280417" sldId="384"/>
            <ac:graphicFrameMk id="6" creationId="{8D14D444-770E-4618-947B-7A54B32582AE}"/>
          </ac:graphicFrameMkLst>
        </pc:graphicFrameChg>
        <pc:picChg chg="add mod">
          <ac:chgData name="Jorge Tesch" userId="88587a9db95d6a10" providerId="LiveId" clId="{0204C6D2-D373-4485-B02D-A39DFD606517}" dt="2025-10-14T19:26:02.003" v="12965" actId="1076"/>
          <ac:picMkLst>
            <pc:docMk/>
            <pc:sldMk cId="3067280417" sldId="384"/>
            <ac:picMk id="11" creationId="{A7C62B9E-B337-7F72-03C4-6E69126896A0}"/>
          </ac:picMkLst>
        </pc:picChg>
        <pc:picChg chg="add mod">
          <ac:chgData name="Jorge Tesch" userId="88587a9db95d6a10" providerId="LiveId" clId="{0204C6D2-D373-4485-B02D-A39DFD606517}" dt="2025-10-14T19:26:10.169" v="12966" actId="14826"/>
          <ac:picMkLst>
            <pc:docMk/>
            <pc:sldMk cId="3067280417" sldId="384"/>
            <ac:picMk id="12" creationId="{D6DD6492-3098-58EC-BD23-65983FB76A2A}"/>
          </ac:picMkLst>
        </pc:picChg>
        <pc:picChg chg="add mod">
          <ac:chgData name="Jorge Tesch" userId="88587a9db95d6a10" providerId="LiveId" clId="{0204C6D2-D373-4485-B02D-A39DFD606517}" dt="2025-10-14T19:26:25.320" v="12970" actId="14826"/>
          <ac:picMkLst>
            <pc:docMk/>
            <pc:sldMk cId="3067280417" sldId="384"/>
            <ac:picMk id="13" creationId="{A5FC00BA-B1B8-8FFD-1B02-3A6EA25E7A63}"/>
          </ac:picMkLst>
        </pc:picChg>
      </pc:sldChg>
      <pc:sldChg chg="addSp modSp add mod">
        <pc:chgData name="Jorge Tesch" userId="88587a9db95d6a10" providerId="LiveId" clId="{0204C6D2-D373-4485-B02D-A39DFD606517}" dt="2025-10-14T18:17:05.786" v="12490" actId="20577"/>
        <pc:sldMkLst>
          <pc:docMk/>
          <pc:sldMk cId="2899272063" sldId="385"/>
        </pc:sldMkLst>
        <pc:spChg chg="mod">
          <ac:chgData name="Jorge Tesch" userId="88587a9db95d6a10" providerId="LiveId" clId="{0204C6D2-D373-4485-B02D-A39DFD606517}" dt="2025-10-14T18:17:05.786" v="12490" actId="20577"/>
          <ac:spMkLst>
            <pc:docMk/>
            <pc:sldMk cId="2899272063" sldId="385"/>
            <ac:spMk id="2" creationId="{D91544CF-06F4-ECAA-E49B-6D1484D8943B}"/>
          </ac:spMkLst>
        </pc:spChg>
        <pc:spChg chg="mod">
          <ac:chgData name="Jorge Tesch" userId="88587a9db95d6a10" providerId="LiveId" clId="{0204C6D2-D373-4485-B02D-A39DFD606517}" dt="2025-10-14T18:06:19.837" v="12212" actId="20577"/>
          <ac:spMkLst>
            <pc:docMk/>
            <pc:sldMk cId="2899272063" sldId="385"/>
            <ac:spMk id="3" creationId="{910FBC3F-9AFD-BBE3-6C0D-322C47D884D6}"/>
          </ac:spMkLst>
        </pc:spChg>
        <pc:spChg chg="mod">
          <ac:chgData name="Jorge Tesch" userId="88587a9db95d6a10" providerId="LiveId" clId="{0204C6D2-D373-4485-B02D-A39DFD606517}" dt="2025-10-14T18:06:14.433" v="12208"/>
          <ac:spMkLst>
            <pc:docMk/>
            <pc:sldMk cId="2899272063" sldId="385"/>
            <ac:spMk id="4" creationId="{0893AC80-525F-BEEF-CCC0-6A758822E386}"/>
          </ac:spMkLst>
        </pc:spChg>
        <pc:spChg chg="mod">
          <ac:chgData name="Jorge Tesch" userId="88587a9db95d6a10" providerId="LiveId" clId="{0204C6D2-D373-4485-B02D-A39DFD606517}" dt="2025-10-14T18:16:38.600" v="12470" actId="1076"/>
          <ac:spMkLst>
            <pc:docMk/>
            <pc:sldMk cId="2899272063" sldId="385"/>
            <ac:spMk id="5" creationId="{A3EA7DA3-F2FC-210A-F180-12352A909426}"/>
          </ac:spMkLst>
        </pc:spChg>
        <pc:spChg chg="add mod">
          <ac:chgData name="Jorge Tesch" userId="88587a9db95d6a10" providerId="LiveId" clId="{0204C6D2-D373-4485-B02D-A39DFD606517}" dt="2025-10-14T18:16:48.327" v="12472" actId="1076"/>
          <ac:spMkLst>
            <pc:docMk/>
            <pc:sldMk cId="2899272063" sldId="385"/>
            <ac:spMk id="7" creationId="{319BF3F6-35B5-2979-6E21-95E463317264}"/>
          </ac:spMkLst>
        </pc:spChg>
      </pc:sldChg>
      <pc:sldChg chg="del">
        <pc:chgData name="Jorge Tesch" userId="88587a9db95d6a10" providerId="LiveId" clId="{0204C6D2-D373-4485-B02D-A39DFD606517}" dt="2025-09-29T16:48:38.289" v="7967" actId="47"/>
        <pc:sldMkLst>
          <pc:docMk/>
          <pc:sldMk cId="3636006643" sldId="385"/>
        </pc:sldMkLst>
      </pc:sldChg>
      <pc:sldChg chg="addSp delSp modSp add mod ord">
        <pc:chgData name="Jorge Tesch" userId="88587a9db95d6a10" providerId="LiveId" clId="{0204C6D2-D373-4485-B02D-A39DFD606517}" dt="2025-09-18T15:02:22.637" v="4311" actId="20577"/>
        <pc:sldMkLst>
          <pc:docMk/>
          <pc:sldMk cId="4084094803" sldId="385"/>
        </pc:sldMkLst>
      </pc:sldChg>
      <pc:sldChg chg="addSp delSp modSp add del mod">
        <pc:chgData name="Jorge Tesch" userId="88587a9db95d6a10" providerId="LiveId" clId="{0204C6D2-D373-4485-B02D-A39DFD606517}" dt="2025-10-14T18:35:08.880" v="12491" actId="47"/>
        <pc:sldMkLst>
          <pc:docMk/>
          <pc:sldMk cId="1029633297" sldId="386"/>
        </pc:sldMkLst>
      </pc:sldChg>
      <pc:sldChg chg="del">
        <pc:chgData name="Jorge Tesch" userId="88587a9db95d6a10" providerId="LiveId" clId="{0204C6D2-D373-4485-B02D-A39DFD606517}" dt="2025-09-29T16:48:44.170" v="7984" actId="47"/>
        <pc:sldMkLst>
          <pc:docMk/>
          <pc:sldMk cId="2465678703" sldId="386"/>
        </pc:sldMkLst>
      </pc:sldChg>
      <pc:sldChg chg="addSp delSp modSp add mod">
        <pc:chgData name="Jorge Tesch" userId="88587a9db95d6a10" providerId="LiveId" clId="{0204C6D2-D373-4485-B02D-A39DFD606517}" dt="2025-09-21T09:23:55.979" v="4545" actId="20577"/>
        <pc:sldMkLst>
          <pc:docMk/>
          <pc:sldMk cId="2621274966" sldId="386"/>
        </pc:sldMkLst>
      </pc:sldChg>
      <pc:sldChg chg="addSp delSp modSp add del mod">
        <pc:chgData name="Jorge Tesch" userId="88587a9db95d6a10" providerId="LiveId" clId="{0204C6D2-D373-4485-B02D-A39DFD606517}" dt="2025-09-21T09:21:49.752" v="4502" actId="2696"/>
        <pc:sldMkLst>
          <pc:docMk/>
          <pc:sldMk cId="301846254" sldId="387"/>
        </pc:sldMkLst>
      </pc:sldChg>
      <pc:sldChg chg="delSp modSp add del mod ord">
        <pc:chgData name="Jorge Tesch" userId="88587a9db95d6a10" providerId="LiveId" clId="{0204C6D2-D373-4485-B02D-A39DFD606517}" dt="2025-10-14T18:35:09.454" v="12492" actId="47"/>
        <pc:sldMkLst>
          <pc:docMk/>
          <pc:sldMk cId="1168179297" sldId="387"/>
        </pc:sldMkLst>
      </pc:sldChg>
      <pc:sldChg chg="del">
        <pc:chgData name="Jorge Tesch" userId="88587a9db95d6a10" providerId="LiveId" clId="{0204C6D2-D373-4485-B02D-A39DFD606517}" dt="2025-09-29T16:48:43.745" v="7983" actId="47"/>
        <pc:sldMkLst>
          <pc:docMk/>
          <pc:sldMk cId="2539179119" sldId="387"/>
        </pc:sldMkLst>
      </pc:sldChg>
      <pc:sldChg chg="addSp delSp modSp add del mod ord">
        <pc:chgData name="Jorge Tesch" userId="88587a9db95d6a10" providerId="LiveId" clId="{0204C6D2-D373-4485-B02D-A39DFD606517}" dt="2025-10-14T18:35:09.924" v="12493" actId="47"/>
        <pc:sldMkLst>
          <pc:docMk/>
          <pc:sldMk cId="632638156" sldId="388"/>
        </pc:sldMkLst>
      </pc:sldChg>
      <pc:sldChg chg="add del">
        <pc:chgData name="Jorge Tesch" userId="88587a9db95d6a10" providerId="LiveId" clId="{0204C6D2-D373-4485-B02D-A39DFD606517}" dt="2025-09-30T16:27:43.196" v="8723" actId="47"/>
        <pc:sldMkLst>
          <pc:docMk/>
          <pc:sldMk cId="985763856" sldId="388"/>
        </pc:sldMkLst>
      </pc:sldChg>
      <pc:sldChg chg="del">
        <pc:chgData name="Jorge Tesch" userId="88587a9db95d6a10" providerId="LiveId" clId="{0204C6D2-D373-4485-B02D-A39DFD606517}" dt="2025-09-29T16:48:43.607" v="7982" actId="47"/>
        <pc:sldMkLst>
          <pc:docMk/>
          <pc:sldMk cId="2696460905" sldId="388"/>
        </pc:sldMkLst>
      </pc:sldChg>
      <pc:sldChg chg="new del">
        <pc:chgData name="Jorge Tesch" userId="88587a9db95d6a10" providerId="LiveId" clId="{0204C6D2-D373-4485-B02D-A39DFD606517}" dt="2025-09-29T20:15:45.771" v="8717" actId="47"/>
        <pc:sldMkLst>
          <pc:docMk/>
          <pc:sldMk cId="2945566680" sldId="388"/>
        </pc:sldMkLst>
      </pc:sldChg>
      <pc:sldChg chg="addSp delSp modSp add mod">
        <pc:chgData name="Jorge Tesch" userId="88587a9db95d6a10" providerId="LiveId" clId="{0204C6D2-D373-4485-B02D-A39DFD606517}" dt="2025-09-21T10:10:02.902" v="4599" actId="14100"/>
        <pc:sldMkLst>
          <pc:docMk/>
          <pc:sldMk cId="4278822424" sldId="388"/>
        </pc:sldMkLst>
      </pc:sldChg>
      <pc:sldChg chg="del">
        <pc:chgData name="Jorge Tesch" userId="88587a9db95d6a10" providerId="LiveId" clId="{0204C6D2-D373-4485-B02D-A39DFD606517}" dt="2025-09-29T16:48:43.108" v="7981" actId="47"/>
        <pc:sldMkLst>
          <pc:docMk/>
          <pc:sldMk cId="2599014675" sldId="389"/>
        </pc:sldMkLst>
      </pc:sldChg>
      <pc:sldChg chg="addSp delSp modSp add del mod">
        <pc:chgData name="Jorge Tesch" userId="88587a9db95d6a10" providerId="LiveId" clId="{0204C6D2-D373-4485-B02D-A39DFD606517}" dt="2025-10-14T18:38:29.812" v="12519" actId="47"/>
        <pc:sldMkLst>
          <pc:docMk/>
          <pc:sldMk cId="2717205755" sldId="389"/>
        </pc:sldMkLst>
      </pc:sldChg>
      <pc:sldChg chg="addSp delSp modSp add mod">
        <pc:chgData name="Jorge Tesch" userId="88587a9db95d6a10" providerId="LiveId" clId="{0204C6D2-D373-4485-B02D-A39DFD606517}" dt="2025-09-21T11:30:44.810" v="4719" actId="1076"/>
        <pc:sldMkLst>
          <pc:docMk/>
          <pc:sldMk cId="3841656772" sldId="389"/>
        </pc:sldMkLst>
      </pc:sldChg>
      <pc:sldChg chg="addSp delSp modSp add mod">
        <pc:chgData name="Jorge Tesch" userId="88587a9db95d6a10" providerId="LiveId" clId="{0204C6D2-D373-4485-B02D-A39DFD606517}" dt="2025-09-21T11:38:39.997" v="4783" actId="1076"/>
        <pc:sldMkLst>
          <pc:docMk/>
          <pc:sldMk cId="104420356" sldId="390"/>
        </pc:sldMkLst>
      </pc:sldChg>
      <pc:sldChg chg="addSp delSp modSp add del mod ord">
        <pc:chgData name="Jorge Tesch" userId="88587a9db95d6a10" providerId="LiveId" clId="{0204C6D2-D373-4485-B02D-A39DFD606517}" dt="2025-10-14T18:35:18.612" v="12512" actId="47"/>
        <pc:sldMkLst>
          <pc:docMk/>
          <pc:sldMk cId="2176680253" sldId="390"/>
        </pc:sldMkLst>
      </pc:sldChg>
      <pc:sldChg chg="del">
        <pc:chgData name="Jorge Tesch" userId="88587a9db95d6a10" providerId="LiveId" clId="{0204C6D2-D373-4485-B02D-A39DFD606517}" dt="2025-09-29T16:48:42.775" v="7980" actId="47"/>
        <pc:sldMkLst>
          <pc:docMk/>
          <pc:sldMk cId="2799464042" sldId="390"/>
        </pc:sldMkLst>
      </pc:sldChg>
      <pc:sldChg chg="del">
        <pc:chgData name="Jorge Tesch" userId="88587a9db95d6a10" providerId="LiveId" clId="{0204C6D2-D373-4485-B02D-A39DFD606517}" dt="2025-09-29T16:48:42.456" v="7979" actId="47"/>
        <pc:sldMkLst>
          <pc:docMk/>
          <pc:sldMk cId="991914571" sldId="391"/>
        </pc:sldMkLst>
      </pc:sldChg>
      <pc:sldChg chg="addSp delSp modSp add mod">
        <pc:chgData name="Jorge Tesch" userId="88587a9db95d6a10" providerId="LiveId" clId="{0204C6D2-D373-4485-B02D-A39DFD606517}" dt="2025-09-21T15:58:45.352" v="5634" actId="1076"/>
        <pc:sldMkLst>
          <pc:docMk/>
          <pc:sldMk cId="1293565639" sldId="391"/>
        </pc:sldMkLst>
      </pc:sldChg>
      <pc:sldChg chg="addSp delSp modSp add del mod">
        <pc:chgData name="Jorge Tesch" userId="88587a9db95d6a10" providerId="LiveId" clId="{0204C6D2-D373-4485-B02D-A39DFD606517}" dt="2025-10-14T18:35:18.471" v="12511" actId="47"/>
        <pc:sldMkLst>
          <pc:docMk/>
          <pc:sldMk cId="3148763626" sldId="391"/>
        </pc:sldMkLst>
      </pc:sldChg>
      <pc:sldChg chg="addSp delSp modSp add mod ord">
        <pc:chgData name="Jorge Tesch" userId="88587a9db95d6a10" providerId="LiveId" clId="{0204C6D2-D373-4485-B02D-A39DFD606517}" dt="2025-09-21T13:34:26.469" v="5050" actId="22"/>
        <pc:sldMkLst>
          <pc:docMk/>
          <pc:sldMk cId="45895408" sldId="392"/>
        </pc:sldMkLst>
      </pc:sldChg>
      <pc:sldChg chg="add del">
        <pc:chgData name="Jorge Tesch" userId="88587a9db95d6a10" providerId="LiveId" clId="{0204C6D2-D373-4485-B02D-A39DFD606517}" dt="2025-10-05T10:33:10.749" v="9197" actId="47"/>
        <pc:sldMkLst>
          <pc:docMk/>
          <pc:sldMk cId="799662035" sldId="392"/>
        </pc:sldMkLst>
      </pc:sldChg>
      <pc:sldChg chg="del">
        <pc:chgData name="Jorge Tesch" userId="88587a9db95d6a10" providerId="LiveId" clId="{0204C6D2-D373-4485-B02D-A39DFD606517}" dt="2025-09-29T16:48:42.293" v="7978" actId="47"/>
        <pc:sldMkLst>
          <pc:docMk/>
          <pc:sldMk cId="2351208117" sldId="392"/>
        </pc:sldMkLst>
      </pc:sldChg>
      <pc:sldChg chg="addSp delSp modSp add del mod">
        <pc:chgData name="Jorge Tesch" userId="88587a9db95d6a10" providerId="LiveId" clId="{0204C6D2-D373-4485-B02D-A39DFD606517}" dt="2025-10-14T18:35:17.158" v="12510" actId="47"/>
        <pc:sldMkLst>
          <pc:docMk/>
          <pc:sldMk cId="2427127967" sldId="392"/>
        </pc:sldMkLst>
      </pc:sldChg>
      <pc:sldChg chg="addSp delSp modSp add del mod">
        <pc:chgData name="Jorge Tesch" userId="88587a9db95d6a10" providerId="LiveId" clId="{0204C6D2-D373-4485-B02D-A39DFD606517}" dt="2025-10-14T18:35:17.031" v="12509" actId="47"/>
        <pc:sldMkLst>
          <pc:docMk/>
          <pc:sldMk cId="875182662" sldId="393"/>
        </pc:sldMkLst>
      </pc:sldChg>
      <pc:sldChg chg="del">
        <pc:chgData name="Jorge Tesch" userId="88587a9db95d6a10" providerId="LiveId" clId="{0204C6D2-D373-4485-B02D-A39DFD606517}" dt="2025-09-29T16:48:42.133" v="7977" actId="47"/>
        <pc:sldMkLst>
          <pc:docMk/>
          <pc:sldMk cId="2512112417" sldId="393"/>
        </pc:sldMkLst>
      </pc:sldChg>
      <pc:sldChg chg="modSp add mod">
        <pc:chgData name="Jorge Tesch" userId="88587a9db95d6a10" providerId="LiveId" clId="{0204C6D2-D373-4485-B02D-A39DFD606517}" dt="2025-09-21T13:37:01.766" v="5081" actId="1076"/>
        <pc:sldMkLst>
          <pc:docMk/>
          <pc:sldMk cId="2615191279" sldId="393"/>
        </pc:sldMkLst>
      </pc:sldChg>
      <pc:sldChg chg="delSp modSp add del mod ord">
        <pc:chgData name="Jorge Tesch" userId="88587a9db95d6a10" providerId="LiveId" clId="{0204C6D2-D373-4485-B02D-A39DFD606517}" dt="2025-10-14T18:35:16.885" v="12508" actId="47"/>
        <pc:sldMkLst>
          <pc:docMk/>
          <pc:sldMk cId="428766237" sldId="394"/>
        </pc:sldMkLst>
      </pc:sldChg>
      <pc:sldChg chg="addSp delSp modSp add mod">
        <pc:chgData name="Jorge Tesch" userId="88587a9db95d6a10" providerId="LiveId" clId="{0204C6D2-D373-4485-B02D-A39DFD606517}" dt="2025-09-21T14:51:23.485" v="5191" actId="14100"/>
        <pc:sldMkLst>
          <pc:docMk/>
          <pc:sldMk cId="1196119748" sldId="394"/>
        </pc:sldMkLst>
      </pc:sldChg>
      <pc:sldChg chg="del">
        <pc:chgData name="Jorge Tesch" userId="88587a9db95d6a10" providerId="LiveId" clId="{0204C6D2-D373-4485-B02D-A39DFD606517}" dt="2025-09-29T16:48:41.966" v="7976" actId="47"/>
        <pc:sldMkLst>
          <pc:docMk/>
          <pc:sldMk cId="3019340217" sldId="394"/>
        </pc:sldMkLst>
      </pc:sldChg>
      <pc:sldChg chg="new del">
        <pc:chgData name="Jorge Tesch" userId="88587a9db95d6a10" providerId="LiveId" clId="{0204C6D2-D373-4485-B02D-A39DFD606517}" dt="2025-10-05T11:12:37.232" v="9846" actId="47"/>
        <pc:sldMkLst>
          <pc:docMk/>
          <pc:sldMk cId="1266018094" sldId="395"/>
        </pc:sldMkLst>
      </pc:sldChg>
      <pc:sldChg chg="addSp delSp modSp add del mod">
        <pc:chgData name="Jorge Tesch" userId="88587a9db95d6a10" providerId="LiveId" clId="{0204C6D2-D373-4485-B02D-A39DFD606517}" dt="2025-09-21T14:58:13.683" v="5314" actId="2696"/>
        <pc:sldMkLst>
          <pc:docMk/>
          <pc:sldMk cId="2566733709" sldId="395"/>
        </pc:sldMkLst>
      </pc:sldChg>
      <pc:sldChg chg="modSp del">
        <pc:chgData name="Jorge Tesch" userId="88587a9db95d6a10" providerId="LiveId" clId="{0204C6D2-D373-4485-B02D-A39DFD606517}" dt="2025-09-29T16:48:41.799" v="7975" actId="47"/>
        <pc:sldMkLst>
          <pc:docMk/>
          <pc:sldMk cId="3690080474" sldId="395"/>
        </pc:sldMkLst>
      </pc:sldChg>
      <pc:sldChg chg="addSp delSp modSp add del mod">
        <pc:chgData name="Jorge Tesch" userId="88587a9db95d6a10" providerId="LiveId" clId="{0204C6D2-D373-4485-B02D-A39DFD606517}" dt="2025-10-14T18:35:15.360" v="12507" actId="47"/>
        <pc:sldMkLst>
          <pc:docMk/>
          <pc:sldMk cId="4250803170" sldId="395"/>
        </pc:sldMkLst>
      </pc:sldChg>
      <pc:sldChg chg="add del">
        <pc:chgData name="Jorge Tesch" userId="88587a9db95d6a10" providerId="LiveId" clId="{0204C6D2-D373-4485-B02D-A39DFD606517}" dt="2025-09-21T14:58:08.986" v="5312" actId="47"/>
        <pc:sldMkLst>
          <pc:docMk/>
          <pc:sldMk cId="1009853494" sldId="396"/>
        </pc:sldMkLst>
      </pc:sldChg>
      <pc:sldChg chg="addSp modSp add del mod">
        <pc:chgData name="Jorge Tesch" userId="88587a9db95d6a10" providerId="LiveId" clId="{0204C6D2-D373-4485-B02D-A39DFD606517}" dt="2025-09-29T16:48:41.587" v="7974" actId="47"/>
        <pc:sldMkLst>
          <pc:docMk/>
          <pc:sldMk cId="2531798549" sldId="396"/>
        </pc:sldMkLst>
      </pc:sldChg>
      <pc:sldChg chg="addSp delSp modSp add mod">
        <pc:chgData name="Jorge Tesch" userId="88587a9db95d6a10" providerId="LiveId" clId="{0204C6D2-D373-4485-B02D-A39DFD606517}" dt="2025-09-23T16:47:14.441" v="6326" actId="15"/>
        <pc:sldMkLst>
          <pc:docMk/>
          <pc:sldMk cId="2987652906" sldId="396"/>
        </pc:sldMkLst>
      </pc:sldChg>
      <pc:sldChg chg="modSp add del mod">
        <pc:chgData name="Jorge Tesch" userId="88587a9db95d6a10" providerId="LiveId" clId="{0204C6D2-D373-4485-B02D-A39DFD606517}" dt="2025-10-14T18:35:15.212" v="12506" actId="47"/>
        <pc:sldMkLst>
          <pc:docMk/>
          <pc:sldMk cId="3182760448" sldId="396"/>
        </pc:sldMkLst>
      </pc:sldChg>
      <pc:sldChg chg="addSp delSp modSp add del mod">
        <pc:chgData name="Jorge Tesch" userId="88587a9db95d6a10" providerId="LiveId" clId="{0204C6D2-D373-4485-B02D-A39DFD606517}" dt="2025-09-29T16:48:41.437" v="7973" actId="47"/>
        <pc:sldMkLst>
          <pc:docMk/>
          <pc:sldMk cId="143865550" sldId="397"/>
        </pc:sldMkLst>
      </pc:sldChg>
      <pc:sldChg chg="addSp delSp modSp add del mod">
        <pc:chgData name="Jorge Tesch" userId="88587a9db95d6a10" providerId="LiveId" clId="{0204C6D2-D373-4485-B02D-A39DFD606517}" dt="2025-10-14T18:35:15.036" v="12505" actId="47"/>
        <pc:sldMkLst>
          <pc:docMk/>
          <pc:sldMk cId="618206497" sldId="397"/>
        </pc:sldMkLst>
      </pc:sldChg>
      <pc:sldChg chg="addSp delSp modSp add mod">
        <pc:chgData name="Jorge Tesch" userId="88587a9db95d6a10" providerId="LiveId" clId="{0204C6D2-D373-4485-B02D-A39DFD606517}" dt="2025-09-23T16:49:11.972" v="6348" actId="20577"/>
        <pc:sldMkLst>
          <pc:docMk/>
          <pc:sldMk cId="3396640966" sldId="397"/>
        </pc:sldMkLst>
      </pc:sldChg>
      <pc:sldChg chg="delSp modSp add mod">
        <pc:chgData name="Jorge Tesch" userId="88587a9db95d6a10" providerId="LiveId" clId="{0204C6D2-D373-4485-B02D-A39DFD606517}" dt="2025-09-21T16:32:59.356" v="5998"/>
        <pc:sldMkLst>
          <pc:docMk/>
          <pc:sldMk cId="583839031" sldId="398"/>
        </pc:sldMkLst>
      </pc:sldChg>
      <pc:sldChg chg="addSp delSp modSp add del mod">
        <pc:chgData name="Jorge Tesch" userId="88587a9db95d6a10" providerId="LiveId" clId="{0204C6D2-D373-4485-B02D-A39DFD606517}" dt="2025-10-14T18:35:14.552" v="12504" actId="47"/>
        <pc:sldMkLst>
          <pc:docMk/>
          <pc:sldMk cId="2640951934" sldId="398"/>
        </pc:sldMkLst>
      </pc:sldChg>
      <pc:sldChg chg="modSp add del mod">
        <pc:chgData name="Jorge Tesch" userId="88587a9db95d6a10" providerId="LiveId" clId="{0204C6D2-D373-4485-B02D-A39DFD606517}" dt="2025-09-29T16:48:41.279" v="7972" actId="47"/>
        <pc:sldMkLst>
          <pc:docMk/>
          <pc:sldMk cId="3744385474" sldId="398"/>
        </pc:sldMkLst>
      </pc:sldChg>
      <pc:sldChg chg="modSp add del mod">
        <pc:chgData name="Jorge Tesch" userId="88587a9db95d6a10" providerId="LiveId" clId="{0204C6D2-D373-4485-B02D-A39DFD606517}" dt="2025-09-29T16:48:41.123" v="7971" actId="47"/>
        <pc:sldMkLst>
          <pc:docMk/>
          <pc:sldMk cId="898214132" sldId="399"/>
        </pc:sldMkLst>
      </pc:sldChg>
      <pc:sldChg chg="modSp add mod">
        <pc:chgData name="Jorge Tesch" userId="88587a9db95d6a10" providerId="LiveId" clId="{0204C6D2-D373-4485-B02D-A39DFD606517}" dt="2025-09-21T16:33:48.378" v="6007" actId="20577"/>
        <pc:sldMkLst>
          <pc:docMk/>
          <pc:sldMk cId="2308545832" sldId="399"/>
        </pc:sldMkLst>
      </pc:sldChg>
      <pc:sldChg chg="addSp modSp add del mod">
        <pc:chgData name="Jorge Tesch" userId="88587a9db95d6a10" providerId="LiveId" clId="{0204C6D2-D373-4485-B02D-A39DFD606517}" dt="2025-10-14T18:35:14.343" v="12503" actId="47"/>
        <pc:sldMkLst>
          <pc:docMk/>
          <pc:sldMk cId="4090793032" sldId="399"/>
        </pc:sldMkLst>
      </pc:sldChg>
      <pc:sldChg chg="addSp modSp add del mod ord">
        <pc:chgData name="Jorge Tesch" userId="88587a9db95d6a10" providerId="LiveId" clId="{0204C6D2-D373-4485-B02D-A39DFD606517}" dt="2025-10-14T18:35:14.188" v="12502" actId="47"/>
        <pc:sldMkLst>
          <pc:docMk/>
          <pc:sldMk cId="1410421759" sldId="400"/>
        </pc:sldMkLst>
      </pc:sldChg>
      <pc:sldChg chg="add del">
        <pc:chgData name="Jorge Tesch" userId="88587a9db95d6a10" providerId="LiveId" clId="{0204C6D2-D373-4485-B02D-A39DFD606517}" dt="2025-10-05T12:32:32.421" v="10499" actId="47"/>
        <pc:sldMkLst>
          <pc:docMk/>
          <pc:sldMk cId="1552530302" sldId="400"/>
        </pc:sldMkLst>
      </pc:sldChg>
      <pc:sldChg chg="modSp add mod">
        <pc:chgData name="Jorge Tesch" userId="88587a9db95d6a10" providerId="LiveId" clId="{0204C6D2-D373-4485-B02D-A39DFD606517}" dt="2025-09-23T16:56:03.803" v="6363" actId="20577"/>
        <pc:sldMkLst>
          <pc:docMk/>
          <pc:sldMk cId="4127722232" sldId="400"/>
        </pc:sldMkLst>
      </pc:sldChg>
      <pc:sldChg chg="addSp delSp modSp add del mod">
        <pc:chgData name="Jorge Tesch" userId="88587a9db95d6a10" providerId="LiveId" clId="{0204C6D2-D373-4485-B02D-A39DFD606517}" dt="2025-09-29T16:48:40.970" v="7970" actId="47"/>
        <pc:sldMkLst>
          <pc:docMk/>
          <pc:sldMk cId="4256919994" sldId="400"/>
        </pc:sldMkLst>
      </pc:sldChg>
      <pc:sldChg chg="addSp modSp add del mod">
        <pc:chgData name="Jorge Tesch" userId="88587a9db95d6a10" providerId="LiveId" clId="{0204C6D2-D373-4485-B02D-A39DFD606517}" dt="2025-10-14T18:35:13.718" v="12501" actId="47"/>
        <pc:sldMkLst>
          <pc:docMk/>
          <pc:sldMk cId="534542683" sldId="401"/>
        </pc:sldMkLst>
      </pc:sldChg>
      <pc:sldChg chg="addSp modSp add mod ord modClrScheme chgLayout">
        <pc:chgData name="Jorge Tesch" userId="88587a9db95d6a10" providerId="LiveId" clId="{0204C6D2-D373-4485-B02D-A39DFD606517}" dt="2025-09-21T16:48:45" v="6303" actId="1076"/>
        <pc:sldMkLst>
          <pc:docMk/>
          <pc:sldMk cId="2995739596" sldId="401"/>
        </pc:sldMkLst>
      </pc:sldChg>
      <pc:sldChg chg="add del">
        <pc:chgData name="Jorge Tesch" userId="88587a9db95d6a10" providerId="LiveId" clId="{0204C6D2-D373-4485-B02D-A39DFD606517}" dt="2025-09-21T16:29:25.395" v="5938"/>
        <pc:sldMkLst>
          <pc:docMk/>
          <pc:sldMk cId="3331174827" sldId="401"/>
        </pc:sldMkLst>
      </pc:sldChg>
      <pc:sldChg chg="modSp add del mod ord">
        <pc:chgData name="Jorge Tesch" userId="88587a9db95d6a10" providerId="LiveId" clId="{0204C6D2-D373-4485-B02D-A39DFD606517}" dt="2025-09-29T16:48:40.814" v="7969" actId="47"/>
        <pc:sldMkLst>
          <pc:docMk/>
          <pc:sldMk cId="3626326137" sldId="401"/>
        </pc:sldMkLst>
      </pc:sldChg>
      <pc:sldChg chg="addSp delSp modSp add del mod">
        <pc:chgData name="Jorge Tesch" userId="88587a9db95d6a10" providerId="LiveId" clId="{0204C6D2-D373-4485-B02D-A39DFD606517}" dt="2025-09-29T16:48:40.613" v="7968" actId="47"/>
        <pc:sldMkLst>
          <pc:docMk/>
          <pc:sldMk cId="1397200165" sldId="402"/>
        </pc:sldMkLst>
      </pc:sldChg>
      <pc:sldChg chg="addSp delSp modSp add del mod">
        <pc:chgData name="Jorge Tesch" userId="88587a9db95d6a10" providerId="LiveId" clId="{0204C6D2-D373-4485-B02D-A39DFD606517}" dt="2025-10-14T18:35:13.568" v="12500" actId="47"/>
        <pc:sldMkLst>
          <pc:docMk/>
          <pc:sldMk cId="3079392612" sldId="402"/>
        </pc:sldMkLst>
      </pc:sldChg>
      <pc:sldChg chg="addSp modSp add del mod">
        <pc:chgData name="Jorge Tesch" userId="88587a9db95d6a10" providerId="LiveId" clId="{0204C6D2-D373-4485-B02D-A39DFD606517}" dt="2025-10-14T18:35:13.403" v="12499" actId="47"/>
        <pc:sldMkLst>
          <pc:docMk/>
          <pc:sldMk cId="2831168651" sldId="403"/>
        </pc:sldMkLst>
      </pc:sldChg>
      <pc:sldChg chg="addSp modSp add del mod ord">
        <pc:chgData name="Jorge Tesch" userId="88587a9db95d6a10" providerId="LiveId" clId="{0204C6D2-D373-4485-B02D-A39DFD606517}" dt="2025-10-14T18:35:13.243" v="12498" actId="47"/>
        <pc:sldMkLst>
          <pc:docMk/>
          <pc:sldMk cId="2556457056" sldId="404"/>
        </pc:sldMkLst>
      </pc:sldChg>
      <pc:sldChg chg="addSp delSp modSp add del mod">
        <pc:chgData name="Jorge Tesch" userId="88587a9db95d6a10" providerId="LiveId" clId="{0204C6D2-D373-4485-B02D-A39DFD606517}" dt="2025-10-14T18:35:13.054" v="12497" actId="47"/>
        <pc:sldMkLst>
          <pc:docMk/>
          <pc:sldMk cId="1629067564" sldId="405"/>
        </pc:sldMkLst>
      </pc:sldChg>
      <pc:sldChg chg="add del">
        <pc:chgData name="Jorge Tesch" userId="88587a9db95d6a10" providerId="LiveId" clId="{0204C6D2-D373-4485-B02D-A39DFD606517}" dt="2025-10-07T13:28:32.006" v="11007" actId="47"/>
        <pc:sldMkLst>
          <pc:docMk/>
          <pc:sldMk cId="1270419368" sldId="406"/>
        </pc:sldMkLst>
      </pc:sldChg>
      <pc:sldChg chg="addSp delSp modSp add del mod ord">
        <pc:chgData name="Jorge Tesch" userId="88587a9db95d6a10" providerId="LiveId" clId="{0204C6D2-D373-4485-B02D-A39DFD606517}" dt="2025-10-14T18:35:12.874" v="12496" actId="47"/>
        <pc:sldMkLst>
          <pc:docMk/>
          <pc:sldMk cId="2853008470" sldId="406"/>
        </pc:sldMkLst>
      </pc:sldChg>
      <pc:sldChg chg="delSp modSp add del mod">
        <pc:chgData name="Jorge Tesch" userId="88587a9db95d6a10" providerId="LiveId" clId="{0204C6D2-D373-4485-B02D-A39DFD606517}" dt="2025-10-14T18:35:12.676" v="12495" actId="47"/>
        <pc:sldMkLst>
          <pc:docMk/>
          <pc:sldMk cId="1703646703" sldId="407"/>
        </pc:sldMkLst>
      </pc:sldChg>
      <pc:sldChg chg="addSp modSp add del mod">
        <pc:chgData name="Jorge Tesch" userId="88587a9db95d6a10" providerId="LiveId" clId="{0204C6D2-D373-4485-B02D-A39DFD606517}" dt="2025-10-14T18:35:12.358" v="12494" actId="47"/>
        <pc:sldMkLst>
          <pc:docMk/>
          <pc:sldMk cId="3504509108" sldId="408"/>
        </pc:sldMkLst>
      </pc:sldChg>
      <pc:sldChg chg="addSp delSp modSp add mod">
        <pc:chgData name="Jorge Tesch" userId="88587a9db95d6a10" providerId="LiveId" clId="{0204C6D2-D373-4485-B02D-A39DFD606517}" dt="2025-10-14T16:27:03.371" v="11761" actId="1076"/>
        <pc:sldMkLst>
          <pc:docMk/>
          <pc:sldMk cId="2660508874" sldId="409"/>
        </pc:sldMkLst>
        <pc:spChg chg="mod">
          <ac:chgData name="Jorge Tesch" userId="88587a9db95d6a10" providerId="LiveId" clId="{0204C6D2-D373-4485-B02D-A39DFD606517}" dt="2025-10-14T16:22:13.502" v="11687"/>
          <ac:spMkLst>
            <pc:docMk/>
            <pc:sldMk cId="2660508874" sldId="409"/>
            <ac:spMk id="4" creationId="{82FE43B5-30F6-ED06-B83E-2EAC45737799}"/>
          </ac:spMkLst>
        </pc:spChg>
        <pc:spChg chg="add mod">
          <ac:chgData name="Jorge Tesch" userId="88587a9db95d6a10" providerId="LiveId" clId="{0204C6D2-D373-4485-B02D-A39DFD606517}" dt="2025-10-14T16:27:03.371" v="11761" actId="1076"/>
          <ac:spMkLst>
            <pc:docMk/>
            <pc:sldMk cId="2660508874" sldId="409"/>
            <ac:spMk id="7" creationId="{4F026FF6-71B7-13C3-12EF-18C626741943}"/>
          </ac:spMkLst>
        </pc:spChg>
        <pc:graphicFrameChg chg="add mod ord modGraphic">
          <ac:chgData name="Jorge Tesch" userId="88587a9db95d6a10" providerId="LiveId" clId="{0204C6D2-D373-4485-B02D-A39DFD606517}" dt="2025-10-14T16:26:43.048" v="11756" actId="14734"/>
          <ac:graphicFrameMkLst>
            <pc:docMk/>
            <pc:sldMk cId="2660508874" sldId="409"/>
            <ac:graphicFrameMk id="5" creationId="{5C9F0618-253E-B251-4C9F-735D2158FF5C}"/>
          </ac:graphicFrameMkLst>
        </pc:graphicFrameChg>
      </pc:sldChg>
      <pc:sldChg chg="addSp delSp modSp add mod">
        <pc:chgData name="Jorge Tesch" userId="88587a9db95d6a10" providerId="LiveId" clId="{0204C6D2-D373-4485-B02D-A39DFD606517}" dt="2025-10-14T17:41:45.868" v="12038" actId="113"/>
        <pc:sldMkLst>
          <pc:docMk/>
          <pc:sldMk cId="3729188551" sldId="410"/>
        </pc:sldMkLst>
        <pc:spChg chg="mod">
          <ac:chgData name="Jorge Tesch" userId="88587a9db95d6a10" providerId="LiveId" clId="{0204C6D2-D373-4485-B02D-A39DFD606517}" dt="2025-10-14T17:41:45.868" v="12038" actId="113"/>
          <ac:spMkLst>
            <pc:docMk/>
            <pc:sldMk cId="3729188551" sldId="410"/>
            <ac:spMk id="2" creationId="{CF006073-FBDD-3658-FF8B-D5FE0FB9695A}"/>
          </ac:spMkLst>
        </pc:spChg>
        <pc:spChg chg="mod">
          <ac:chgData name="Jorge Tesch" userId="88587a9db95d6a10" providerId="LiveId" clId="{0204C6D2-D373-4485-B02D-A39DFD606517}" dt="2025-10-14T17:32:40.677" v="11976"/>
          <ac:spMkLst>
            <pc:docMk/>
            <pc:sldMk cId="3729188551" sldId="410"/>
            <ac:spMk id="4" creationId="{4F979A4B-E858-6F55-92E4-E15D48933462}"/>
          </ac:spMkLst>
        </pc:spChg>
        <pc:picChg chg="add mod">
          <ac:chgData name="Jorge Tesch" userId="88587a9db95d6a10" providerId="LiveId" clId="{0204C6D2-D373-4485-B02D-A39DFD606517}" dt="2025-10-14T17:41:27.187" v="12035" actId="1076"/>
          <ac:picMkLst>
            <pc:docMk/>
            <pc:sldMk cId="3729188551" sldId="410"/>
            <ac:picMk id="7" creationId="{79DA4B13-9EAF-2EE7-9FF2-B1B4B84104BB}"/>
          </ac:picMkLst>
        </pc:picChg>
        <pc:picChg chg="add mod modCrop">
          <ac:chgData name="Jorge Tesch" userId="88587a9db95d6a10" providerId="LiveId" clId="{0204C6D2-D373-4485-B02D-A39DFD606517}" dt="2025-10-14T17:41:29.464" v="12036" actId="1076"/>
          <ac:picMkLst>
            <pc:docMk/>
            <pc:sldMk cId="3729188551" sldId="410"/>
            <ac:picMk id="10" creationId="{AA52BCCE-1CFB-C000-F5A6-8AB0BC020119}"/>
          </ac:picMkLst>
        </pc:picChg>
      </pc:sldChg>
      <pc:sldChg chg="addSp delSp modSp add mod">
        <pc:chgData name="Jorge Tesch" userId="88587a9db95d6a10" providerId="LiveId" clId="{0204C6D2-D373-4485-B02D-A39DFD606517}" dt="2025-10-14T17:55:33.267" v="12207" actId="1076"/>
        <pc:sldMkLst>
          <pc:docMk/>
          <pc:sldMk cId="3247227412" sldId="411"/>
        </pc:sldMkLst>
        <pc:spChg chg="mod">
          <ac:chgData name="Jorge Tesch" userId="88587a9db95d6a10" providerId="LiveId" clId="{0204C6D2-D373-4485-B02D-A39DFD606517}" dt="2025-10-14T17:54:05.590" v="12198" actId="14100"/>
          <ac:spMkLst>
            <pc:docMk/>
            <pc:sldMk cId="3247227412" sldId="411"/>
            <ac:spMk id="2" creationId="{761D7ADD-86B9-ABFA-6FA7-CFA9EA19A2A3}"/>
          </ac:spMkLst>
        </pc:spChg>
        <pc:spChg chg="mod">
          <ac:chgData name="Jorge Tesch" userId="88587a9db95d6a10" providerId="LiveId" clId="{0204C6D2-D373-4485-B02D-A39DFD606517}" dt="2025-10-14T17:42:17.874" v="12047"/>
          <ac:spMkLst>
            <pc:docMk/>
            <pc:sldMk cId="3247227412" sldId="411"/>
            <ac:spMk id="4" creationId="{9291A055-6105-3F5A-213E-ABDB83DB1BD4}"/>
          </ac:spMkLst>
        </pc:spChg>
        <pc:spChg chg="add mod">
          <ac:chgData name="Jorge Tesch" userId="88587a9db95d6a10" providerId="LiveId" clId="{0204C6D2-D373-4485-B02D-A39DFD606517}" dt="2025-10-14T17:53:46.287" v="12193" actId="2710"/>
          <ac:spMkLst>
            <pc:docMk/>
            <pc:sldMk cId="3247227412" sldId="411"/>
            <ac:spMk id="5" creationId="{78E2CD7F-FE40-5C43-6409-851B10FCD346}"/>
          </ac:spMkLst>
        </pc:spChg>
        <pc:spChg chg="add mod">
          <ac:chgData name="Jorge Tesch" userId="88587a9db95d6a10" providerId="LiveId" clId="{0204C6D2-D373-4485-B02D-A39DFD606517}" dt="2025-10-14T17:53:46.287" v="12193" actId="2710"/>
          <ac:spMkLst>
            <pc:docMk/>
            <pc:sldMk cId="3247227412" sldId="411"/>
            <ac:spMk id="6" creationId="{32897008-0008-4AD8-E38C-42A43C9EB677}"/>
          </ac:spMkLst>
        </pc:spChg>
        <pc:spChg chg="add mod">
          <ac:chgData name="Jorge Tesch" userId="88587a9db95d6a10" providerId="LiveId" clId="{0204C6D2-D373-4485-B02D-A39DFD606517}" dt="2025-10-14T17:54:55.687" v="12200" actId="20577"/>
          <ac:spMkLst>
            <pc:docMk/>
            <pc:sldMk cId="3247227412" sldId="411"/>
            <ac:spMk id="8" creationId="{F8C82DEF-1ACC-6A53-A76A-7657E1C95F4F}"/>
          </ac:spMkLst>
        </pc:spChg>
        <pc:spChg chg="add mod">
          <ac:chgData name="Jorge Tesch" userId="88587a9db95d6a10" providerId="LiveId" clId="{0204C6D2-D373-4485-B02D-A39DFD606517}" dt="2025-10-14T17:55:00.525" v="12204" actId="20577"/>
          <ac:spMkLst>
            <pc:docMk/>
            <pc:sldMk cId="3247227412" sldId="411"/>
            <ac:spMk id="9" creationId="{782E1077-5575-68BC-109E-394826C6CEB4}"/>
          </ac:spMkLst>
        </pc:spChg>
        <pc:picChg chg="add mod">
          <ac:chgData name="Jorge Tesch" userId="88587a9db95d6a10" providerId="LiveId" clId="{0204C6D2-D373-4485-B02D-A39DFD606517}" dt="2025-10-14T17:55:33.267" v="12207" actId="1076"/>
          <ac:picMkLst>
            <pc:docMk/>
            <pc:sldMk cId="3247227412" sldId="411"/>
            <ac:picMk id="1026" creationId="{5710D480-643A-184A-94D8-18C63D4C520D}"/>
          </ac:picMkLst>
        </pc:picChg>
        <pc:picChg chg="add mod">
          <ac:chgData name="Jorge Tesch" userId="88587a9db95d6a10" providerId="LiveId" clId="{0204C6D2-D373-4485-B02D-A39DFD606517}" dt="2025-10-14T17:53:54.414" v="12194" actId="1076"/>
          <ac:picMkLst>
            <pc:docMk/>
            <pc:sldMk cId="3247227412" sldId="411"/>
            <ac:picMk id="1028" creationId="{0BA381A6-863A-B5E5-37DA-98358FFEDB1E}"/>
          </ac:picMkLst>
        </pc:picChg>
        <pc:picChg chg="add mod">
          <ac:chgData name="Jorge Tesch" userId="88587a9db95d6a10" providerId="LiveId" clId="{0204C6D2-D373-4485-B02D-A39DFD606517}" dt="2025-10-14T17:54:00.605" v="12196" actId="1076"/>
          <ac:picMkLst>
            <pc:docMk/>
            <pc:sldMk cId="3247227412" sldId="411"/>
            <ac:picMk id="1030" creationId="{F5E0475C-13D6-1654-2545-9E472AD9089C}"/>
          </ac:picMkLst>
        </pc:picChg>
        <pc:picChg chg="add mod">
          <ac:chgData name="Jorge Tesch" userId="88587a9db95d6a10" providerId="LiveId" clId="{0204C6D2-D373-4485-B02D-A39DFD606517}" dt="2025-10-14T17:55:25.638" v="12206" actId="1076"/>
          <ac:picMkLst>
            <pc:docMk/>
            <pc:sldMk cId="3247227412" sldId="411"/>
            <ac:picMk id="1032" creationId="{9F62CCAF-FE0A-FBC9-6979-CB606D3219C8}"/>
          </ac:picMkLst>
        </pc:picChg>
      </pc:sldChg>
      <pc:sldChg chg="addSp delSp modSp add mod ord">
        <pc:chgData name="Jorge Tesch" userId="88587a9db95d6a10" providerId="LiveId" clId="{0204C6D2-D373-4485-B02D-A39DFD606517}" dt="2025-10-14T18:45:31.318" v="12653" actId="20577"/>
        <pc:sldMkLst>
          <pc:docMk/>
          <pc:sldMk cId="2408093047" sldId="412"/>
        </pc:sldMkLst>
        <pc:spChg chg="mod">
          <ac:chgData name="Jorge Tesch" userId="88587a9db95d6a10" providerId="LiveId" clId="{0204C6D2-D373-4485-B02D-A39DFD606517}" dt="2025-10-14T18:43:49.748" v="12652" actId="14100"/>
          <ac:spMkLst>
            <pc:docMk/>
            <pc:sldMk cId="2408093047" sldId="412"/>
            <ac:spMk id="2" creationId="{3A8643D9-FD89-B67F-DBD5-CF5CF9CD3EB3}"/>
          </ac:spMkLst>
        </pc:spChg>
        <pc:spChg chg="mod">
          <ac:chgData name="Jorge Tesch" userId="88587a9db95d6a10" providerId="LiveId" clId="{0204C6D2-D373-4485-B02D-A39DFD606517}" dt="2025-10-14T18:45:31.318" v="12653" actId="20577"/>
          <ac:spMkLst>
            <pc:docMk/>
            <pc:sldMk cId="2408093047" sldId="412"/>
            <ac:spMk id="4" creationId="{F27770D2-B30A-A6EF-F5FB-C65C3ECE685B}"/>
          </ac:spMkLst>
        </pc:spChg>
        <pc:spChg chg="add mod">
          <ac:chgData name="Jorge Tesch" userId="88587a9db95d6a10" providerId="LiveId" clId="{0204C6D2-D373-4485-B02D-A39DFD606517}" dt="2025-10-14T18:43:23.300" v="12647" actId="313"/>
          <ac:spMkLst>
            <pc:docMk/>
            <pc:sldMk cId="2408093047" sldId="412"/>
            <ac:spMk id="11" creationId="{F9637095-8651-AF80-B47D-83B60D906CD6}"/>
          </ac:spMkLst>
        </pc:spChg>
        <pc:picChg chg="add mod modCrop">
          <ac:chgData name="Jorge Tesch" userId="88587a9db95d6a10" providerId="LiveId" clId="{0204C6D2-D373-4485-B02D-A39DFD606517}" dt="2025-10-14T18:43:46.597" v="12651" actId="1076"/>
          <ac:picMkLst>
            <pc:docMk/>
            <pc:sldMk cId="2408093047" sldId="412"/>
            <ac:picMk id="10" creationId="{35B33608-15B9-77D6-EE6D-72E537C9D614}"/>
          </ac:picMkLst>
        </pc:picChg>
      </pc:sldChg>
      <pc:sldChg chg="addSp delSp modSp add mod">
        <pc:chgData name="Jorge Tesch" userId="88587a9db95d6a10" providerId="LiveId" clId="{0204C6D2-D373-4485-B02D-A39DFD606517}" dt="2025-10-14T18:55:38.705" v="12925" actId="20577"/>
        <pc:sldMkLst>
          <pc:docMk/>
          <pc:sldMk cId="868264085" sldId="413"/>
        </pc:sldMkLst>
        <pc:spChg chg="mod">
          <ac:chgData name="Jorge Tesch" userId="88587a9db95d6a10" providerId="LiveId" clId="{0204C6D2-D373-4485-B02D-A39DFD606517}" dt="2025-10-14T18:55:38.705" v="12925" actId="20577"/>
          <ac:spMkLst>
            <pc:docMk/>
            <pc:sldMk cId="868264085" sldId="413"/>
            <ac:spMk id="2" creationId="{CC19B674-439D-4F57-78A4-4933E04556A9}"/>
          </ac:spMkLst>
        </pc:spChg>
        <pc:spChg chg="mod">
          <ac:chgData name="Jorge Tesch" userId="88587a9db95d6a10" providerId="LiveId" clId="{0204C6D2-D373-4485-B02D-A39DFD606517}" dt="2025-10-14T18:45:38.766" v="12655"/>
          <ac:spMkLst>
            <pc:docMk/>
            <pc:sldMk cId="868264085" sldId="413"/>
            <ac:spMk id="4" creationId="{4482EDA4-60DF-F1AA-3672-222B4C78D019}"/>
          </ac:spMkLst>
        </pc:spChg>
        <pc:spChg chg="add mod">
          <ac:chgData name="Jorge Tesch" userId="88587a9db95d6a10" providerId="LiveId" clId="{0204C6D2-D373-4485-B02D-A39DFD606517}" dt="2025-10-14T18:54:35.851" v="12912" actId="14100"/>
          <ac:spMkLst>
            <pc:docMk/>
            <pc:sldMk cId="868264085" sldId="413"/>
            <ac:spMk id="12" creationId="{BEA6125D-D90A-B315-714D-7043BDFEC340}"/>
          </ac:spMkLst>
        </pc:spChg>
        <pc:picChg chg="add mod">
          <ac:chgData name="Jorge Tesch" userId="88587a9db95d6a10" providerId="LiveId" clId="{0204C6D2-D373-4485-B02D-A39DFD606517}" dt="2025-10-14T18:54:30.324" v="12911" actId="1076"/>
          <ac:picMkLst>
            <pc:docMk/>
            <pc:sldMk cId="868264085" sldId="413"/>
            <ac:picMk id="9" creationId="{03CFFE88-84C4-B2F1-1FF3-C2E53E73F28C}"/>
          </ac:picMkLst>
        </pc:picChg>
      </pc:sldChg>
      <pc:sldChg chg="addSp delSp modSp add mod ord">
        <pc:chgData name="Jorge Tesch" userId="88587a9db95d6a10" providerId="LiveId" clId="{0204C6D2-D373-4485-B02D-A39DFD606517}" dt="2025-10-19T09:43:10.501" v="13108" actId="1076"/>
        <pc:sldMkLst>
          <pc:docMk/>
          <pc:sldMk cId="2172791650" sldId="414"/>
        </pc:sldMkLst>
        <pc:spChg chg="mod">
          <ac:chgData name="Jorge Tesch" userId="88587a9db95d6a10" providerId="LiveId" clId="{0204C6D2-D373-4485-B02D-A39DFD606517}" dt="2025-10-19T09:43:06.641" v="13107" actId="14100"/>
          <ac:spMkLst>
            <pc:docMk/>
            <pc:sldMk cId="2172791650" sldId="414"/>
            <ac:spMk id="2" creationId="{DA8EE096-7F2A-119F-2DD9-DA23C6439330}"/>
          </ac:spMkLst>
        </pc:spChg>
        <pc:spChg chg="mod">
          <ac:chgData name="Jorge Tesch" userId="88587a9db95d6a10" providerId="LiveId" clId="{0204C6D2-D373-4485-B02D-A39DFD606517}" dt="2025-10-19T09:38:12.019" v="12996" actId="20577"/>
          <ac:spMkLst>
            <pc:docMk/>
            <pc:sldMk cId="2172791650" sldId="414"/>
            <ac:spMk id="4" creationId="{082D7380-538B-3906-0266-9CA899EDC42A}"/>
          </ac:spMkLst>
        </pc:spChg>
        <pc:spChg chg="del mod">
          <ac:chgData name="Jorge Tesch" userId="88587a9db95d6a10" providerId="LiveId" clId="{0204C6D2-D373-4485-B02D-A39DFD606517}" dt="2025-10-19T09:38:43.112" v="13008" actId="478"/>
          <ac:spMkLst>
            <pc:docMk/>
            <pc:sldMk cId="2172791650" sldId="414"/>
            <ac:spMk id="5" creationId="{21029711-BB39-FD48-6B05-895CEB54A8FF}"/>
          </ac:spMkLst>
        </pc:spChg>
        <pc:spChg chg="add del mod">
          <ac:chgData name="Jorge Tesch" userId="88587a9db95d6a10" providerId="LiveId" clId="{0204C6D2-D373-4485-B02D-A39DFD606517}" dt="2025-10-19T09:43:10.501" v="13108" actId="1076"/>
          <ac:spMkLst>
            <pc:docMk/>
            <pc:sldMk cId="2172791650" sldId="414"/>
            <ac:spMk id="7" creationId="{A23C53E3-5D69-C954-A0D0-8704718F3411}"/>
          </ac:spMkLst>
        </pc:spChg>
        <pc:graphicFrameChg chg="add mod">
          <ac:chgData name="Jorge Tesch" userId="88587a9db95d6a10" providerId="LiveId" clId="{0204C6D2-D373-4485-B02D-A39DFD606517}" dt="2025-10-19T09:40:25.257" v="13072"/>
          <ac:graphicFrameMkLst>
            <pc:docMk/>
            <pc:sldMk cId="2172791650" sldId="414"/>
            <ac:graphicFrameMk id="6" creationId="{43E31494-BCBB-F777-DF79-08E14AA37FA4}"/>
          </ac:graphicFrameMkLst>
        </pc:graphicFrameChg>
        <pc:graphicFrameChg chg="add mod">
          <ac:chgData name="Jorge Tesch" userId="88587a9db95d6a10" providerId="LiveId" clId="{0204C6D2-D373-4485-B02D-A39DFD606517}" dt="2025-10-19T09:40:25.257" v="13072"/>
          <ac:graphicFrameMkLst>
            <pc:docMk/>
            <pc:sldMk cId="2172791650" sldId="414"/>
            <ac:graphicFrameMk id="8" creationId="{649E4C57-1F6C-E5C3-675B-06972125D51E}"/>
          </ac:graphicFrameMkLst>
        </pc:graphicFrameChg>
        <pc:graphicFrameChg chg="add mod">
          <ac:chgData name="Jorge Tesch" userId="88587a9db95d6a10" providerId="LiveId" clId="{0204C6D2-D373-4485-B02D-A39DFD606517}" dt="2025-10-19T09:40:27.887" v="13073"/>
          <ac:graphicFrameMkLst>
            <pc:docMk/>
            <pc:sldMk cId="2172791650" sldId="414"/>
            <ac:graphicFrameMk id="9" creationId="{FA48DFA1-9DE4-F945-C3AE-60E19E5F72AB}"/>
          </ac:graphicFrameMkLst>
        </pc:graphicFrameChg>
        <pc:graphicFrameChg chg="add mod">
          <ac:chgData name="Jorge Tesch" userId="88587a9db95d6a10" providerId="LiveId" clId="{0204C6D2-D373-4485-B02D-A39DFD606517}" dt="2025-10-19T09:40:27.887" v="13073"/>
          <ac:graphicFrameMkLst>
            <pc:docMk/>
            <pc:sldMk cId="2172791650" sldId="414"/>
            <ac:graphicFrameMk id="10" creationId="{F42ECD33-E2E2-1B16-43E0-EB3F2FFB1C9C}"/>
          </ac:graphicFrameMkLst>
        </pc:graphicFrameChg>
      </pc:sldChg>
      <pc:sldChg chg="addSp modSp add mod">
        <pc:chgData name="Jorge Tesch" userId="88587a9db95d6a10" providerId="LiveId" clId="{0204C6D2-D373-4485-B02D-A39DFD606517}" dt="2025-10-19T09:54:23.969" v="13180" actId="1076"/>
        <pc:sldMkLst>
          <pc:docMk/>
          <pc:sldMk cId="3709538963" sldId="415"/>
        </pc:sldMkLst>
        <pc:spChg chg="mod">
          <ac:chgData name="Jorge Tesch" userId="88587a9db95d6a10" providerId="LiveId" clId="{0204C6D2-D373-4485-B02D-A39DFD606517}" dt="2025-10-19T09:53:42.456" v="13172" actId="14100"/>
          <ac:spMkLst>
            <pc:docMk/>
            <pc:sldMk cId="3709538963" sldId="415"/>
            <ac:spMk id="2" creationId="{CFAB4DEA-458E-A69F-FD07-F2D983FB2C7C}"/>
          </ac:spMkLst>
        </pc:spChg>
        <pc:spChg chg="mod">
          <ac:chgData name="Jorge Tesch" userId="88587a9db95d6a10" providerId="LiveId" clId="{0204C6D2-D373-4485-B02D-A39DFD606517}" dt="2025-10-19T09:48:58.930" v="13110"/>
          <ac:spMkLst>
            <pc:docMk/>
            <pc:sldMk cId="3709538963" sldId="415"/>
            <ac:spMk id="4" creationId="{291150B5-60E9-DDB5-9A54-813604E5CB6E}"/>
          </ac:spMkLst>
        </pc:spChg>
        <pc:spChg chg="mod">
          <ac:chgData name="Jorge Tesch" userId="88587a9db95d6a10" providerId="LiveId" clId="{0204C6D2-D373-4485-B02D-A39DFD606517}" dt="2025-10-19T09:54:23.969" v="13180" actId="1076"/>
          <ac:spMkLst>
            <pc:docMk/>
            <pc:sldMk cId="3709538963" sldId="415"/>
            <ac:spMk id="7" creationId="{669FA9A7-950D-EACD-EEDB-FBC8155CD5A3}"/>
          </ac:spMkLst>
        </pc:spChg>
        <pc:spChg chg="add mod">
          <ac:chgData name="Jorge Tesch" userId="88587a9db95d6a10" providerId="LiveId" clId="{0204C6D2-D373-4485-B02D-A39DFD606517}" dt="2025-10-19T09:54:05.755" v="13177" actId="1076"/>
          <ac:spMkLst>
            <pc:docMk/>
            <pc:sldMk cId="3709538963" sldId="415"/>
            <ac:spMk id="10" creationId="{9A6F6E34-FC82-4095-3E3C-46617068CFCE}"/>
          </ac:spMkLst>
        </pc:spChg>
        <pc:picChg chg="add mod modCrop">
          <ac:chgData name="Jorge Tesch" userId="88587a9db95d6a10" providerId="LiveId" clId="{0204C6D2-D373-4485-B02D-A39DFD606517}" dt="2025-10-19T09:54:18.031" v="13179" actId="1076"/>
          <ac:picMkLst>
            <pc:docMk/>
            <pc:sldMk cId="3709538963" sldId="415"/>
            <ac:picMk id="6" creationId="{5E2167CD-72D9-0F6E-157D-5A84C8778D37}"/>
          </ac:picMkLst>
        </pc:picChg>
        <pc:picChg chg="add mod">
          <ac:chgData name="Jorge Tesch" userId="88587a9db95d6a10" providerId="LiveId" clId="{0204C6D2-D373-4485-B02D-A39DFD606517}" dt="2025-10-19T09:54:10.374" v="13178" actId="1076"/>
          <ac:picMkLst>
            <pc:docMk/>
            <pc:sldMk cId="3709538963" sldId="415"/>
            <ac:picMk id="9" creationId="{773DDE51-7683-4F71-6BC3-2DF9245F36CE}"/>
          </ac:picMkLst>
        </pc:picChg>
      </pc:sldChg>
      <pc:sldChg chg="addSp delSp modSp add mod">
        <pc:chgData name="Jorge Tesch" userId="88587a9db95d6a10" providerId="LiveId" clId="{0204C6D2-D373-4485-B02D-A39DFD606517}" dt="2025-10-19T13:15:21.110" v="13684" actId="1076"/>
        <pc:sldMkLst>
          <pc:docMk/>
          <pc:sldMk cId="1362836363" sldId="416"/>
        </pc:sldMkLst>
        <pc:spChg chg="mod">
          <ac:chgData name="Jorge Tesch" userId="88587a9db95d6a10" providerId="LiveId" clId="{0204C6D2-D373-4485-B02D-A39DFD606517}" dt="2025-10-19T13:14:27.715" v="13659" actId="5793"/>
          <ac:spMkLst>
            <pc:docMk/>
            <pc:sldMk cId="1362836363" sldId="416"/>
            <ac:spMk id="2" creationId="{42EA7CA9-A790-A9DA-38C2-CE07A0600E1E}"/>
          </ac:spMkLst>
        </pc:spChg>
        <pc:spChg chg="mod">
          <ac:chgData name="Jorge Tesch" userId="88587a9db95d6a10" providerId="LiveId" clId="{0204C6D2-D373-4485-B02D-A39DFD606517}" dt="2025-10-19T13:12:52.621" v="13627" actId="20577"/>
          <ac:spMkLst>
            <pc:docMk/>
            <pc:sldMk cId="1362836363" sldId="416"/>
            <ac:spMk id="4" creationId="{B0B19CED-55E3-3C13-B9C9-3377525C0EAA}"/>
          </ac:spMkLst>
        </pc:spChg>
        <pc:spChg chg="add mod">
          <ac:chgData name="Jorge Tesch" userId="88587a9db95d6a10" providerId="LiveId" clId="{0204C6D2-D373-4485-B02D-A39DFD606517}" dt="2025-10-19T13:15:12.739" v="13681" actId="1076"/>
          <ac:spMkLst>
            <pc:docMk/>
            <pc:sldMk cId="1362836363" sldId="416"/>
            <ac:spMk id="5" creationId="{08756CCE-1F64-BF98-4093-3D632A635C05}"/>
          </ac:spMkLst>
        </pc:spChg>
        <pc:spChg chg="del">
          <ac:chgData name="Jorge Tesch" userId="88587a9db95d6a10" providerId="LiveId" clId="{0204C6D2-D373-4485-B02D-A39DFD606517}" dt="2025-10-19T10:16:26.607" v="13183" actId="478"/>
          <ac:spMkLst>
            <pc:docMk/>
            <pc:sldMk cId="1362836363" sldId="416"/>
            <ac:spMk id="7" creationId="{45843BE9-9472-1653-F0C9-8CBD814767E9}"/>
          </ac:spMkLst>
        </pc:spChg>
        <pc:spChg chg="add mod">
          <ac:chgData name="Jorge Tesch" userId="88587a9db95d6a10" providerId="LiveId" clId="{0204C6D2-D373-4485-B02D-A39DFD606517}" dt="2025-10-19T13:14:57.877" v="13676" actId="1076"/>
          <ac:spMkLst>
            <pc:docMk/>
            <pc:sldMk cId="1362836363" sldId="416"/>
            <ac:spMk id="8" creationId="{809A29A3-0D39-4F21-F4DE-2839FFE31224}"/>
          </ac:spMkLst>
        </pc:spChg>
        <pc:spChg chg="del">
          <ac:chgData name="Jorge Tesch" userId="88587a9db95d6a10" providerId="LiveId" clId="{0204C6D2-D373-4485-B02D-A39DFD606517}" dt="2025-10-19T10:16:37.882" v="13186" actId="478"/>
          <ac:spMkLst>
            <pc:docMk/>
            <pc:sldMk cId="1362836363" sldId="416"/>
            <ac:spMk id="10" creationId="{CF6C9D56-CA68-5AF6-CA6C-5A4C115C39C6}"/>
          </ac:spMkLst>
        </pc:spChg>
        <pc:picChg chg="del">
          <ac:chgData name="Jorge Tesch" userId="88587a9db95d6a10" providerId="LiveId" clId="{0204C6D2-D373-4485-B02D-A39DFD606517}" dt="2025-10-19T10:16:27.742" v="13185" actId="478"/>
          <ac:picMkLst>
            <pc:docMk/>
            <pc:sldMk cId="1362836363" sldId="416"/>
            <ac:picMk id="6" creationId="{05E42BAC-0A84-C3A6-9387-A14529BB1141}"/>
          </ac:picMkLst>
        </pc:picChg>
        <pc:picChg chg="del">
          <ac:chgData name="Jorge Tesch" userId="88587a9db95d6a10" providerId="LiveId" clId="{0204C6D2-D373-4485-B02D-A39DFD606517}" dt="2025-10-19T10:16:27.340" v="13184" actId="478"/>
          <ac:picMkLst>
            <pc:docMk/>
            <pc:sldMk cId="1362836363" sldId="416"/>
            <ac:picMk id="9" creationId="{5F0C5720-1805-F5A6-F302-5CD6FED21B00}"/>
          </ac:picMkLst>
        </pc:picChg>
        <pc:picChg chg="add mod">
          <ac:chgData name="Jorge Tesch" userId="88587a9db95d6a10" providerId="LiveId" clId="{0204C6D2-D373-4485-B02D-A39DFD606517}" dt="2025-10-19T13:14:48.211" v="13668" actId="1076"/>
          <ac:picMkLst>
            <pc:docMk/>
            <pc:sldMk cId="1362836363" sldId="416"/>
            <ac:picMk id="12" creationId="{E93D957E-DFA7-1582-4EA7-00BDDB4360BB}"/>
          </ac:picMkLst>
        </pc:picChg>
        <pc:picChg chg="add mod">
          <ac:chgData name="Jorge Tesch" userId="88587a9db95d6a10" providerId="LiveId" clId="{0204C6D2-D373-4485-B02D-A39DFD606517}" dt="2025-10-19T13:15:21.110" v="13684" actId="1076"/>
          <ac:picMkLst>
            <pc:docMk/>
            <pc:sldMk cId="1362836363" sldId="416"/>
            <ac:picMk id="14" creationId="{56BC37C1-EB5E-8CFB-4207-FBC79893F7EF}"/>
          </ac:picMkLst>
        </pc:picChg>
      </pc:sldChg>
      <pc:sldChg chg="addSp delSp modSp add del mod ord">
        <pc:chgData name="Jorge Tesch" userId="88587a9db95d6a10" providerId="LiveId" clId="{0204C6D2-D373-4485-B02D-A39DFD606517}" dt="2025-10-19T11:27:18.385" v="13438" actId="47"/>
        <pc:sldMkLst>
          <pc:docMk/>
          <pc:sldMk cId="2039578586" sldId="417"/>
        </pc:sldMkLst>
        <pc:spChg chg="mod">
          <ac:chgData name="Jorge Tesch" userId="88587a9db95d6a10" providerId="LiveId" clId="{0204C6D2-D373-4485-B02D-A39DFD606517}" dt="2025-10-19T11:15:32.616" v="13401" actId="113"/>
          <ac:spMkLst>
            <pc:docMk/>
            <pc:sldMk cId="2039578586" sldId="417"/>
            <ac:spMk id="2" creationId="{A4D40B91-B272-8AE8-6330-065D40944C47}"/>
          </ac:spMkLst>
        </pc:spChg>
        <pc:spChg chg="mod">
          <ac:chgData name="Jorge Tesch" userId="88587a9db95d6a10" providerId="LiveId" clId="{0204C6D2-D373-4485-B02D-A39DFD606517}" dt="2025-10-19T10:18:39.311" v="13204" actId="255"/>
          <ac:spMkLst>
            <pc:docMk/>
            <pc:sldMk cId="2039578586" sldId="417"/>
            <ac:spMk id="4" creationId="{AF402D67-1408-7CFE-E4F5-4B018496DC62}"/>
          </ac:spMkLst>
        </pc:spChg>
        <pc:spChg chg="add mod">
          <ac:chgData name="Jorge Tesch" userId="88587a9db95d6a10" providerId="LiveId" clId="{0204C6D2-D373-4485-B02D-A39DFD606517}" dt="2025-10-19T10:32:46.841" v="13316" actId="1076"/>
          <ac:spMkLst>
            <pc:docMk/>
            <pc:sldMk cId="2039578586" sldId="417"/>
            <ac:spMk id="5" creationId="{7F7AF1E2-F418-5380-2750-3ACD011BC046}"/>
          </ac:spMkLst>
        </pc:spChg>
        <pc:spChg chg="del">
          <ac:chgData name="Jorge Tesch" userId="88587a9db95d6a10" providerId="LiveId" clId="{0204C6D2-D373-4485-B02D-A39DFD606517}" dt="2025-10-19T10:18:43.117" v="13207" actId="478"/>
          <ac:spMkLst>
            <pc:docMk/>
            <pc:sldMk cId="2039578586" sldId="417"/>
            <ac:spMk id="7" creationId="{AB2E0BBB-21A6-4DEC-3370-67F2EDC37641}"/>
          </ac:spMkLst>
        </pc:spChg>
        <pc:spChg chg="del">
          <ac:chgData name="Jorge Tesch" userId="88587a9db95d6a10" providerId="LiveId" clId="{0204C6D2-D373-4485-B02D-A39DFD606517}" dt="2025-10-19T10:18:52.305" v="13208" actId="478"/>
          <ac:spMkLst>
            <pc:docMk/>
            <pc:sldMk cId="2039578586" sldId="417"/>
            <ac:spMk id="10" creationId="{4397662B-5913-AB9F-8C50-FC5B3355BC4E}"/>
          </ac:spMkLst>
        </pc:spChg>
        <pc:picChg chg="del">
          <ac:chgData name="Jorge Tesch" userId="88587a9db95d6a10" providerId="LiveId" clId="{0204C6D2-D373-4485-B02D-A39DFD606517}" dt="2025-10-19T10:18:41.867" v="13205" actId="478"/>
          <ac:picMkLst>
            <pc:docMk/>
            <pc:sldMk cId="2039578586" sldId="417"/>
            <ac:picMk id="6" creationId="{406EF063-8F5B-3601-BD5A-3A1495808A97}"/>
          </ac:picMkLst>
        </pc:picChg>
        <pc:picChg chg="del">
          <ac:chgData name="Jorge Tesch" userId="88587a9db95d6a10" providerId="LiveId" clId="{0204C6D2-D373-4485-B02D-A39DFD606517}" dt="2025-10-19T10:18:42.236" v="13206" actId="478"/>
          <ac:picMkLst>
            <pc:docMk/>
            <pc:sldMk cId="2039578586" sldId="417"/>
            <ac:picMk id="9" creationId="{F226B583-29BB-F6EF-E015-A4CC4BD77CC4}"/>
          </ac:picMkLst>
        </pc:picChg>
      </pc:sldChg>
      <pc:sldChg chg="addSp delSp modSp add mod">
        <pc:chgData name="Jorge Tesch" userId="88587a9db95d6a10" providerId="LiveId" clId="{0204C6D2-D373-4485-B02D-A39DFD606517}" dt="2025-10-19T11:35:28.816" v="13517" actId="404"/>
        <pc:sldMkLst>
          <pc:docMk/>
          <pc:sldMk cId="1852393060" sldId="418"/>
        </pc:sldMkLst>
        <pc:spChg chg="mod">
          <ac:chgData name="Jorge Tesch" userId="88587a9db95d6a10" providerId="LiveId" clId="{0204C6D2-D373-4485-B02D-A39DFD606517}" dt="2025-10-19T10:41:12.676" v="13381" actId="14100"/>
          <ac:spMkLst>
            <pc:docMk/>
            <pc:sldMk cId="1852393060" sldId="418"/>
            <ac:spMk id="2" creationId="{2BC8FBDE-A4E8-41A8-00CB-F4C7785EC7EF}"/>
          </ac:spMkLst>
        </pc:spChg>
        <pc:spChg chg="mod">
          <ac:chgData name="Jorge Tesch" userId="88587a9db95d6a10" providerId="LiveId" clId="{0204C6D2-D373-4485-B02D-A39DFD606517}" dt="2025-10-19T10:33:41.821" v="13320"/>
          <ac:spMkLst>
            <pc:docMk/>
            <pc:sldMk cId="1852393060" sldId="418"/>
            <ac:spMk id="4" creationId="{B3236341-1E6C-0D5A-9626-78CF166B0450}"/>
          </ac:spMkLst>
        </pc:spChg>
        <pc:spChg chg="mod">
          <ac:chgData name="Jorge Tesch" userId="88587a9db95d6a10" providerId="LiveId" clId="{0204C6D2-D373-4485-B02D-A39DFD606517}" dt="2025-10-19T11:35:28.816" v="13517" actId="404"/>
          <ac:spMkLst>
            <pc:docMk/>
            <pc:sldMk cId="1852393060" sldId="418"/>
            <ac:spMk id="7" creationId="{8D1DBF1A-7F51-2B32-5B19-14FCB4F9A27C}"/>
          </ac:spMkLst>
        </pc:spChg>
        <pc:spChg chg="del">
          <ac:chgData name="Jorge Tesch" userId="88587a9db95d6a10" providerId="LiveId" clId="{0204C6D2-D373-4485-B02D-A39DFD606517}" dt="2025-10-19T10:34:29.718" v="13329" actId="478"/>
          <ac:spMkLst>
            <pc:docMk/>
            <pc:sldMk cId="1852393060" sldId="418"/>
            <ac:spMk id="10" creationId="{A0C61C31-34D3-8B13-8F63-7EF4EDAB9EE9}"/>
          </ac:spMkLst>
        </pc:spChg>
        <pc:spChg chg="add mod">
          <ac:chgData name="Jorge Tesch" userId="88587a9db95d6a10" providerId="LiveId" clId="{0204C6D2-D373-4485-B02D-A39DFD606517}" dt="2025-10-19T10:41:32.867" v="13385" actId="1076"/>
          <ac:spMkLst>
            <pc:docMk/>
            <pc:sldMk cId="1852393060" sldId="418"/>
            <ac:spMk id="13" creationId="{0BB0E41B-D2C2-0B12-B3EC-360A77584602}"/>
          </ac:spMkLst>
        </pc:spChg>
        <pc:picChg chg="del">
          <ac:chgData name="Jorge Tesch" userId="88587a9db95d6a10" providerId="LiveId" clId="{0204C6D2-D373-4485-B02D-A39DFD606517}" dt="2025-10-19T10:34:28.324" v="13328" actId="478"/>
          <ac:picMkLst>
            <pc:docMk/>
            <pc:sldMk cId="1852393060" sldId="418"/>
            <ac:picMk id="6" creationId="{5FC48261-6801-A3FA-70BF-95ABA794E1F5}"/>
          </ac:picMkLst>
        </pc:picChg>
        <pc:picChg chg="add mod">
          <ac:chgData name="Jorge Tesch" userId="88587a9db95d6a10" providerId="LiveId" clId="{0204C6D2-D373-4485-B02D-A39DFD606517}" dt="2025-10-19T10:39:59.118" v="13359" actId="1076"/>
          <ac:picMkLst>
            <pc:docMk/>
            <pc:sldMk cId="1852393060" sldId="418"/>
            <ac:picMk id="8" creationId="{77A34FCE-A18D-B482-3903-279C828E4D23}"/>
          </ac:picMkLst>
        </pc:picChg>
        <pc:picChg chg="del">
          <ac:chgData name="Jorge Tesch" userId="88587a9db95d6a10" providerId="LiveId" clId="{0204C6D2-D373-4485-B02D-A39DFD606517}" dt="2025-10-19T10:34:27.820" v="13327" actId="478"/>
          <ac:picMkLst>
            <pc:docMk/>
            <pc:sldMk cId="1852393060" sldId="418"/>
            <ac:picMk id="9" creationId="{DF8330D9-5057-9CDA-E9C1-01EE6A354225}"/>
          </ac:picMkLst>
        </pc:picChg>
        <pc:picChg chg="add mod modCrop">
          <ac:chgData name="Jorge Tesch" userId="88587a9db95d6a10" providerId="LiveId" clId="{0204C6D2-D373-4485-B02D-A39DFD606517}" dt="2025-10-19T10:41:34.423" v="13386" actId="1076"/>
          <ac:picMkLst>
            <pc:docMk/>
            <pc:sldMk cId="1852393060" sldId="418"/>
            <ac:picMk id="12" creationId="{EFA18C89-82BF-7442-CCEA-FAA0F15618A3}"/>
          </ac:picMkLst>
        </pc:picChg>
      </pc:sldChg>
      <pc:sldChg chg="addSp delSp modSp add mod">
        <pc:chgData name="Jorge Tesch" userId="88587a9db95d6a10" providerId="LiveId" clId="{0204C6D2-D373-4485-B02D-A39DFD606517}" dt="2025-10-19T11:27:25.640" v="13440" actId="22"/>
        <pc:sldMkLst>
          <pc:docMk/>
          <pc:sldMk cId="1518092313" sldId="419"/>
        </pc:sldMkLst>
        <pc:spChg chg="mod">
          <ac:chgData name="Jorge Tesch" userId="88587a9db95d6a10" providerId="LiveId" clId="{0204C6D2-D373-4485-B02D-A39DFD606517}" dt="2025-10-19T11:26:33.629" v="13433" actId="1076"/>
          <ac:spMkLst>
            <pc:docMk/>
            <pc:sldMk cId="1518092313" sldId="419"/>
            <ac:spMk id="2" creationId="{6BB6D0B0-60B6-7642-1E9B-6DB37F8FB6E1}"/>
          </ac:spMkLst>
        </pc:spChg>
        <pc:spChg chg="mod">
          <ac:chgData name="Jorge Tesch" userId="88587a9db95d6a10" providerId="LiveId" clId="{0204C6D2-D373-4485-B02D-A39DFD606517}" dt="2025-10-19T11:05:58.995" v="13388"/>
          <ac:spMkLst>
            <pc:docMk/>
            <pc:sldMk cId="1518092313" sldId="419"/>
            <ac:spMk id="4" creationId="{553B38FA-2404-ED68-995D-62B3D91E4FA3}"/>
          </ac:spMkLst>
        </pc:spChg>
        <pc:spChg chg="del">
          <ac:chgData name="Jorge Tesch" userId="88587a9db95d6a10" providerId="LiveId" clId="{0204C6D2-D373-4485-B02D-A39DFD606517}" dt="2025-10-19T11:06:01.577" v="13391" actId="478"/>
          <ac:spMkLst>
            <pc:docMk/>
            <pc:sldMk cId="1518092313" sldId="419"/>
            <ac:spMk id="7" creationId="{9DED3921-7147-EAF9-65A8-BA0B2B9BEF6C}"/>
          </ac:spMkLst>
        </pc:spChg>
        <pc:spChg chg="add mod">
          <ac:chgData name="Jorge Tesch" userId="88587a9db95d6a10" providerId="LiveId" clId="{0204C6D2-D373-4485-B02D-A39DFD606517}" dt="2025-10-19T11:27:14.945" v="13437" actId="207"/>
          <ac:spMkLst>
            <pc:docMk/>
            <pc:sldMk cId="1518092313" sldId="419"/>
            <ac:spMk id="9" creationId="{EB044F8B-70F5-574C-73CF-229F0708346E}"/>
          </ac:spMkLst>
        </pc:spChg>
        <pc:spChg chg="add del">
          <ac:chgData name="Jorge Tesch" userId="88587a9db95d6a10" providerId="LiveId" clId="{0204C6D2-D373-4485-B02D-A39DFD606517}" dt="2025-10-19T11:27:25.640" v="13440" actId="22"/>
          <ac:spMkLst>
            <pc:docMk/>
            <pc:sldMk cId="1518092313" sldId="419"/>
            <ac:spMk id="11" creationId="{6333DDFB-7CCA-32BB-3EB7-9CFB673909D8}"/>
          </ac:spMkLst>
        </pc:spChg>
        <pc:spChg chg="del">
          <ac:chgData name="Jorge Tesch" userId="88587a9db95d6a10" providerId="LiveId" clId="{0204C6D2-D373-4485-B02D-A39DFD606517}" dt="2025-10-19T11:06:04.583" v="13392" actId="478"/>
          <ac:spMkLst>
            <pc:docMk/>
            <pc:sldMk cId="1518092313" sldId="419"/>
            <ac:spMk id="13" creationId="{6FD3817B-2E32-937B-A36E-D29D6BEF1CD0}"/>
          </ac:spMkLst>
        </pc:spChg>
        <pc:graphicFrameChg chg="add del">
          <ac:chgData name="Jorge Tesch" userId="88587a9db95d6a10" providerId="LiveId" clId="{0204C6D2-D373-4485-B02D-A39DFD606517}" dt="2025-10-19T11:24:32.902" v="13403" actId="3680"/>
          <ac:graphicFrameMkLst>
            <pc:docMk/>
            <pc:sldMk cId="1518092313" sldId="419"/>
            <ac:graphicFrameMk id="5" creationId="{621994B8-6175-41FC-E5CC-2A1C75707D1E}"/>
          </ac:graphicFrameMkLst>
        </pc:graphicFrameChg>
        <pc:graphicFrameChg chg="add mod modGraphic">
          <ac:chgData name="Jorge Tesch" userId="88587a9db95d6a10" providerId="LiveId" clId="{0204C6D2-D373-4485-B02D-A39DFD606517}" dt="2025-10-19T11:25:54.672" v="13427"/>
          <ac:graphicFrameMkLst>
            <pc:docMk/>
            <pc:sldMk cId="1518092313" sldId="419"/>
            <ac:graphicFrameMk id="6" creationId="{0E158AF2-CBD5-70EF-7650-AC96F8571BA3}"/>
          </ac:graphicFrameMkLst>
        </pc:graphicFrameChg>
        <pc:picChg chg="del">
          <ac:chgData name="Jorge Tesch" userId="88587a9db95d6a10" providerId="LiveId" clId="{0204C6D2-D373-4485-B02D-A39DFD606517}" dt="2025-10-19T11:06:00.449" v="13390" actId="478"/>
          <ac:picMkLst>
            <pc:docMk/>
            <pc:sldMk cId="1518092313" sldId="419"/>
            <ac:picMk id="8" creationId="{E24C410C-93F9-83D7-16CE-7FD19A72C11D}"/>
          </ac:picMkLst>
        </pc:picChg>
        <pc:picChg chg="del">
          <ac:chgData name="Jorge Tesch" userId="88587a9db95d6a10" providerId="LiveId" clId="{0204C6D2-D373-4485-B02D-A39DFD606517}" dt="2025-10-19T11:06:00.025" v="13389" actId="478"/>
          <ac:picMkLst>
            <pc:docMk/>
            <pc:sldMk cId="1518092313" sldId="419"/>
            <ac:picMk id="12" creationId="{19CA870B-F698-67EE-CA62-8F36661749F6}"/>
          </ac:picMkLst>
        </pc:picChg>
      </pc:sldChg>
      <pc:sldChg chg="delSp modSp add mod">
        <pc:chgData name="Jorge Tesch" userId="88587a9db95d6a10" providerId="LiveId" clId="{0204C6D2-D373-4485-B02D-A39DFD606517}" dt="2025-10-19T11:29:51.300" v="13466" actId="1076"/>
        <pc:sldMkLst>
          <pc:docMk/>
          <pc:sldMk cId="2542701865" sldId="420"/>
        </pc:sldMkLst>
        <pc:spChg chg="mod">
          <ac:chgData name="Jorge Tesch" userId="88587a9db95d6a10" providerId="LiveId" clId="{0204C6D2-D373-4485-B02D-A39DFD606517}" dt="2025-10-19T11:29:45.346" v="13465" actId="2710"/>
          <ac:spMkLst>
            <pc:docMk/>
            <pc:sldMk cId="2542701865" sldId="420"/>
            <ac:spMk id="2" creationId="{153244D4-9A71-9B8D-A370-E7E007761264}"/>
          </ac:spMkLst>
        </pc:spChg>
        <pc:spChg chg="mod">
          <ac:chgData name="Jorge Tesch" userId="88587a9db95d6a10" providerId="LiveId" clId="{0204C6D2-D373-4485-B02D-A39DFD606517}" dt="2025-10-19T11:27:46.019" v="13443"/>
          <ac:spMkLst>
            <pc:docMk/>
            <pc:sldMk cId="2542701865" sldId="420"/>
            <ac:spMk id="4" creationId="{BE7116E0-BDE3-8F8D-EF41-00069ABEEC0F}"/>
          </ac:spMkLst>
        </pc:spChg>
        <pc:spChg chg="mod">
          <ac:chgData name="Jorge Tesch" userId="88587a9db95d6a10" providerId="LiveId" clId="{0204C6D2-D373-4485-B02D-A39DFD606517}" dt="2025-10-19T11:29:51.300" v="13466" actId="1076"/>
          <ac:spMkLst>
            <pc:docMk/>
            <pc:sldMk cId="2542701865" sldId="420"/>
            <ac:spMk id="9" creationId="{27C2B0FF-84AB-6E2C-4A90-B00D4B049B55}"/>
          </ac:spMkLst>
        </pc:spChg>
        <pc:graphicFrameChg chg="del">
          <ac:chgData name="Jorge Tesch" userId="88587a9db95d6a10" providerId="LiveId" clId="{0204C6D2-D373-4485-B02D-A39DFD606517}" dt="2025-10-19T11:28:05.390" v="13447" actId="478"/>
          <ac:graphicFrameMkLst>
            <pc:docMk/>
            <pc:sldMk cId="2542701865" sldId="420"/>
            <ac:graphicFrameMk id="6" creationId="{E8ABABA8-AEA7-7B59-8333-18D1AA1BCAFC}"/>
          </ac:graphicFrameMkLst>
        </pc:graphicFrameChg>
      </pc:sldChg>
      <pc:sldChg chg="modSp add mod">
        <pc:chgData name="Jorge Tesch" userId="88587a9db95d6a10" providerId="LiveId" clId="{0204C6D2-D373-4485-B02D-A39DFD606517}" dt="2025-10-19T11:33:38.151" v="13514" actId="1076"/>
        <pc:sldMkLst>
          <pc:docMk/>
          <pc:sldMk cId="143664574" sldId="421"/>
        </pc:sldMkLst>
        <pc:spChg chg="mod">
          <ac:chgData name="Jorge Tesch" userId="88587a9db95d6a10" providerId="LiveId" clId="{0204C6D2-D373-4485-B02D-A39DFD606517}" dt="2025-10-19T11:33:27.152" v="13512" actId="20577"/>
          <ac:spMkLst>
            <pc:docMk/>
            <pc:sldMk cId="143664574" sldId="421"/>
            <ac:spMk id="2" creationId="{19CAC2DD-2370-DC83-7054-81F3866ABC52}"/>
          </ac:spMkLst>
        </pc:spChg>
        <pc:spChg chg="mod">
          <ac:chgData name="Jorge Tesch" userId="88587a9db95d6a10" providerId="LiveId" clId="{0204C6D2-D373-4485-B02D-A39DFD606517}" dt="2025-10-19T11:30:35.181" v="13468"/>
          <ac:spMkLst>
            <pc:docMk/>
            <pc:sldMk cId="143664574" sldId="421"/>
            <ac:spMk id="4" creationId="{B533AD2F-F634-61EC-B090-DE2A979139CC}"/>
          </ac:spMkLst>
        </pc:spChg>
        <pc:spChg chg="mod">
          <ac:chgData name="Jorge Tesch" userId="88587a9db95d6a10" providerId="LiveId" clId="{0204C6D2-D373-4485-B02D-A39DFD606517}" dt="2025-10-19T11:33:38.151" v="13514" actId="1076"/>
          <ac:spMkLst>
            <pc:docMk/>
            <pc:sldMk cId="143664574" sldId="421"/>
            <ac:spMk id="9" creationId="{E70A8F68-3689-BEF7-5BCF-943E941AD675}"/>
          </ac:spMkLst>
        </pc:spChg>
      </pc:sldChg>
      <pc:sldChg chg="addSp delSp modSp add mod">
        <pc:chgData name="Jorge Tesch" userId="88587a9db95d6a10" providerId="LiveId" clId="{0204C6D2-D373-4485-B02D-A39DFD606517}" dt="2025-10-19T17:59:22.784" v="13690" actId="1076"/>
        <pc:sldMkLst>
          <pc:docMk/>
          <pc:sldMk cId="2602316910" sldId="422"/>
        </pc:sldMkLst>
        <pc:spChg chg="mod">
          <ac:chgData name="Jorge Tesch" userId="88587a9db95d6a10" providerId="LiveId" clId="{0204C6D2-D373-4485-B02D-A39DFD606517}" dt="2025-10-19T17:59:09.539" v="13687" actId="403"/>
          <ac:spMkLst>
            <pc:docMk/>
            <pc:sldMk cId="2602316910" sldId="422"/>
            <ac:spMk id="2" creationId="{268AD2F5-7F97-BF05-0163-8448F21D1E61}"/>
          </ac:spMkLst>
        </pc:spChg>
        <pc:spChg chg="mod">
          <ac:chgData name="Jorge Tesch" userId="88587a9db95d6a10" providerId="LiveId" clId="{0204C6D2-D373-4485-B02D-A39DFD606517}" dt="2025-10-19T11:36:03.746" v="13518"/>
          <ac:spMkLst>
            <pc:docMk/>
            <pc:sldMk cId="2602316910" sldId="422"/>
            <ac:spMk id="4" creationId="{69037BDD-A3C9-C2C0-E932-85E3EC89E019}"/>
          </ac:spMkLst>
        </pc:spChg>
        <pc:spChg chg="add del mod">
          <ac:chgData name="Jorge Tesch" userId="88587a9db95d6a10" providerId="LiveId" clId="{0204C6D2-D373-4485-B02D-A39DFD606517}" dt="2025-10-19T17:59:06.512" v="13686" actId="478"/>
          <ac:spMkLst>
            <pc:docMk/>
            <pc:sldMk cId="2602316910" sldId="422"/>
            <ac:spMk id="5" creationId="{45C4B8B3-D9E0-5B5B-714E-8E4083AD516A}"/>
          </ac:spMkLst>
        </pc:spChg>
        <pc:spChg chg="mod">
          <ac:chgData name="Jorge Tesch" userId="88587a9db95d6a10" providerId="LiveId" clId="{0204C6D2-D373-4485-B02D-A39DFD606517}" dt="2025-10-19T17:59:22.784" v="13690" actId="1076"/>
          <ac:spMkLst>
            <pc:docMk/>
            <pc:sldMk cId="2602316910" sldId="422"/>
            <ac:spMk id="9" creationId="{4AA92C93-8645-0CB0-6662-1E97EB64A6D3}"/>
          </ac:spMkLst>
        </pc:spChg>
      </pc:sldChg>
    </pc:docChg>
  </pc:docChgLst>
  <pc:docChgLst>
    <pc:chgData name="Jorge Tesch" userId="88587a9db95d6a10" providerId="LiveId" clId="{75E349A1-14B8-41D6-A219-441188B8CB11}"/>
    <pc:docChg chg="custSel modSld">
      <pc:chgData name="Jorge Tesch" userId="88587a9db95d6a10" providerId="LiveId" clId="{75E349A1-14B8-41D6-A219-441188B8CB11}" dt="2025-09-26T07:42:46.837" v="10" actId="313"/>
      <pc:docMkLst>
        <pc:docMk/>
      </pc:docMkLst>
      <pc:sldChg chg="modSp mod">
        <pc:chgData name="Jorge Tesch" userId="88587a9db95d6a10" providerId="LiveId" clId="{75E349A1-14B8-41D6-A219-441188B8CB11}" dt="2025-09-26T07:42:46.837" v="10" actId="313"/>
        <pc:sldMkLst>
          <pc:docMk/>
          <pc:sldMk cId="3369892711" sldId="259"/>
        </pc:sldMkLst>
        <pc:spChg chg="mod">
          <ac:chgData name="Jorge Tesch" userId="88587a9db95d6a10" providerId="LiveId" clId="{75E349A1-14B8-41D6-A219-441188B8CB11}" dt="2025-09-26T07:42:46.837" v="10" actId="313"/>
          <ac:spMkLst>
            <pc:docMk/>
            <pc:sldMk cId="3369892711" sldId="25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628EB8-949E-4A49-BCFC-D69CB43FA443}" type="datetimeFigureOut">
              <a:rPr lang="es-ES" smtClean="0"/>
              <a:t>19/10/2025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26A500-1DA6-4541-BE61-DEBA7B3304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6110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916832"/>
            <a:ext cx="7315200" cy="1944215"/>
          </a:xfrm>
        </p:spPr>
        <p:txBody>
          <a:bodyPr>
            <a:normAutofit/>
          </a:bodyPr>
          <a:lstStyle>
            <a:lvl1pPr algn="ctr">
              <a:defRPr sz="36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735796" y="5013176"/>
            <a:ext cx="3672408" cy="720080"/>
          </a:xfrm>
        </p:spPr>
        <p:txBody>
          <a:bodyPr>
            <a:normAutofit/>
          </a:bodyPr>
          <a:lstStyle>
            <a:lvl1pPr marL="0" indent="0" algn="ctr">
              <a:buNone/>
              <a:defRPr sz="160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Profesor / Curso académico: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914400" y="4077072"/>
            <a:ext cx="7315200" cy="526424"/>
          </a:xfr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ASIGNATURA</a:t>
            </a:r>
          </a:p>
        </p:txBody>
      </p:sp>
      <p:pic>
        <p:nvPicPr>
          <p:cNvPr id="1026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04664"/>
            <a:ext cx="3309791" cy="1242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9"/>
          <p:cNvSpPr/>
          <p:nvPr userDrawn="1"/>
        </p:nvSpPr>
        <p:spPr>
          <a:xfrm>
            <a:off x="8435268" y="213845"/>
            <a:ext cx="86236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0"/>
          <p:cNvSpPr/>
          <p:nvPr userDrawn="1"/>
        </p:nvSpPr>
        <p:spPr>
          <a:xfrm>
            <a:off x="8569419" y="213845"/>
            <a:ext cx="576072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Discreta-1. Lógica</a:t>
            </a:r>
          </a:p>
        </p:txBody>
      </p:sp>
      <p:sp>
        <p:nvSpPr>
          <p:cNvPr id="16" name="15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18" name="5 Marcador de número de diapositiva"/>
          <p:cNvSpPr txBox="1">
            <a:spLocks/>
          </p:cNvSpPr>
          <p:nvPr userDrawn="1"/>
        </p:nvSpPr>
        <p:spPr>
          <a:xfrm>
            <a:off x="8532438" y="404664"/>
            <a:ext cx="596305" cy="365125"/>
          </a:xfrm>
          <a:prstGeom prst="rect">
            <a:avLst/>
          </a:prstGeom>
        </p:spPr>
        <p:txBody>
          <a:bodyPr anchor="ctr"/>
          <a:lstStyle>
            <a:defPPr>
              <a:defRPr lang="es-E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5034FA-E3E3-464F-AB21-ECE51F6ED024}" type="slidenum">
              <a:rPr lang="es-ES" sz="1400" b="0" smtClean="0"/>
              <a:pPr algn="ctr"/>
              <a:t>‹Nº›</a:t>
            </a:fld>
            <a:endParaRPr lang="es-ES" sz="1400" b="0" dirty="0"/>
          </a:p>
        </p:txBody>
      </p:sp>
      <p:pic>
        <p:nvPicPr>
          <p:cNvPr id="11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99254"/>
            <a:ext cx="1654895" cy="62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11 Conector recto"/>
          <p:cNvCxnSpPr/>
          <p:nvPr userDrawn="1"/>
        </p:nvCxnSpPr>
        <p:spPr>
          <a:xfrm>
            <a:off x="251520" y="1988840"/>
            <a:ext cx="8605935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/>
          <p:cNvSpPr/>
          <p:nvPr userDrawn="1"/>
        </p:nvSpPr>
        <p:spPr>
          <a:xfrm>
            <a:off x="8435268" y="213845"/>
            <a:ext cx="86236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0"/>
          <p:cNvSpPr/>
          <p:nvPr userDrawn="1"/>
        </p:nvSpPr>
        <p:spPr>
          <a:xfrm>
            <a:off x="8569419" y="213845"/>
            <a:ext cx="576072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205178"/>
            <a:ext cx="3566160" cy="4131614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204864"/>
            <a:ext cx="3566160" cy="413402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1519" y="1268760"/>
            <a:ext cx="8605935" cy="72008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cxnSp>
        <p:nvCxnSpPr>
          <p:cNvPr id="12" name="11 Conector recto"/>
          <p:cNvCxnSpPr/>
          <p:nvPr userDrawn="1"/>
        </p:nvCxnSpPr>
        <p:spPr>
          <a:xfrm>
            <a:off x="251520" y="1988840"/>
            <a:ext cx="8605935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Discreta-1. Lógica</a:t>
            </a:r>
          </a:p>
        </p:txBody>
      </p:sp>
      <p:sp>
        <p:nvSpPr>
          <p:cNvPr id="21" name="5 Marcador de número de diapositiva"/>
          <p:cNvSpPr txBox="1">
            <a:spLocks/>
          </p:cNvSpPr>
          <p:nvPr userDrawn="1"/>
        </p:nvSpPr>
        <p:spPr>
          <a:xfrm>
            <a:off x="8532438" y="404664"/>
            <a:ext cx="596305" cy="365125"/>
          </a:xfrm>
          <a:prstGeom prst="rect">
            <a:avLst/>
          </a:prstGeom>
        </p:spPr>
        <p:txBody>
          <a:bodyPr anchor="ctr"/>
          <a:lstStyle>
            <a:defPPr>
              <a:defRPr lang="es-E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5034FA-E3E3-464F-AB21-ECE51F6ED024}" type="slidenum">
              <a:rPr lang="es-ES" sz="1400" b="0" smtClean="0"/>
              <a:pPr algn="ctr"/>
              <a:t>‹Nº›</a:t>
            </a:fld>
            <a:endParaRPr lang="es-ES" sz="1400" b="0" dirty="0"/>
          </a:p>
        </p:txBody>
      </p:sp>
      <p:pic>
        <p:nvPicPr>
          <p:cNvPr id="13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99254"/>
            <a:ext cx="1654895" cy="62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9"/>
          <p:cNvSpPr/>
          <p:nvPr userDrawn="1"/>
        </p:nvSpPr>
        <p:spPr>
          <a:xfrm>
            <a:off x="8435268" y="213845"/>
            <a:ext cx="86236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/>
          <p:cNvSpPr/>
          <p:nvPr userDrawn="1"/>
        </p:nvSpPr>
        <p:spPr>
          <a:xfrm>
            <a:off x="8569419" y="213845"/>
            <a:ext cx="576072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cxnSp>
        <p:nvCxnSpPr>
          <p:cNvPr id="10" name="9 Conector recto"/>
          <p:cNvCxnSpPr/>
          <p:nvPr userDrawn="1"/>
        </p:nvCxnSpPr>
        <p:spPr>
          <a:xfrm>
            <a:off x="251520" y="1988840"/>
            <a:ext cx="8605935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Discreta-1. Lógica</a:t>
            </a:r>
          </a:p>
        </p:txBody>
      </p:sp>
      <p:sp>
        <p:nvSpPr>
          <p:cNvPr id="15" name="5 Marcador de número de diapositiva"/>
          <p:cNvSpPr txBox="1">
            <a:spLocks/>
          </p:cNvSpPr>
          <p:nvPr userDrawn="1"/>
        </p:nvSpPr>
        <p:spPr>
          <a:xfrm>
            <a:off x="8532438" y="404664"/>
            <a:ext cx="596305" cy="365125"/>
          </a:xfrm>
          <a:prstGeom prst="rect">
            <a:avLst/>
          </a:prstGeom>
        </p:spPr>
        <p:txBody>
          <a:bodyPr anchor="ctr"/>
          <a:lstStyle>
            <a:defPPr>
              <a:defRPr lang="es-E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5034FA-E3E3-464F-AB21-ECE51F6ED024}" type="slidenum">
              <a:rPr lang="es-ES" sz="1400" b="0" smtClean="0"/>
              <a:pPr algn="ctr"/>
              <a:t>‹Nº›</a:t>
            </a:fld>
            <a:endParaRPr lang="es-ES" sz="1400" b="0" dirty="0"/>
          </a:p>
        </p:txBody>
      </p:sp>
      <p:pic>
        <p:nvPicPr>
          <p:cNvPr id="9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99254"/>
            <a:ext cx="1654895" cy="62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/>
          <p:cNvSpPr/>
          <p:nvPr userDrawn="1"/>
        </p:nvSpPr>
        <p:spPr>
          <a:xfrm>
            <a:off x="8435268" y="213845"/>
            <a:ext cx="86236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/>
          <p:cNvSpPr/>
          <p:nvPr userDrawn="1"/>
        </p:nvSpPr>
        <p:spPr>
          <a:xfrm>
            <a:off x="8569419" y="213845"/>
            <a:ext cx="576072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Discreta-1. Lógica</a:t>
            </a:r>
          </a:p>
        </p:txBody>
      </p:sp>
      <p:sp>
        <p:nvSpPr>
          <p:cNvPr id="11" name="5 Marcador de número de diapositiva"/>
          <p:cNvSpPr txBox="1">
            <a:spLocks/>
          </p:cNvSpPr>
          <p:nvPr userDrawn="1"/>
        </p:nvSpPr>
        <p:spPr>
          <a:xfrm>
            <a:off x="8532438" y="404664"/>
            <a:ext cx="596305" cy="365125"/>
          </a:xfrm>
          <a:prstGeom prst="rect">
            <a:avLst/>
          </a:prstGeom>
        </p:spPr>
        <p:txBody>
          <a:bodyPr anchor="ctr"/>
          <a:lstStyle>
            <a:defPPr>
              <a:defRPr lang="es-E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5034FA-E3E3-464F-AB21-ECE51F6ED024}" type="slidenum">
              <a:rPr lang="es-ES" sz="1400" b="0" smtClean="0"/>
              <a:pPr algn="ctr"/>
              <a:t>‹Nº›</a:t>
            </a:fld>
            <a:endParaRPr lang="es-ES" sz="1400" b="0" dirty="0"/>
          </a:p>
        </p:txBody>
      </p:sp>
      <p:pic>
        <p:nvPicPr>
          <p:cNvPr id="7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99254"/>
            <a:ext cx="1654895" cy="62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EAE6">
            <a:alpha val="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519" y="1268760"/>
            <a:ext cx="8605935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19" y="2276873"/>
            <a:ext cx="8605935" cy="4032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Discreta-1. Lógica</a:t>
            </a:r>
          </a:p>
        </p:txBody>
      </p:sp>
      <p:sp>
        <p:nvSpPr>
          <p:cNvPr id="15" name="14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567936" y="476672"/>
            <a:ext cx="576064" cy="30175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s-ES"/>
              <a:t>Nº</a:t>
            </a:r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6" r:id="rId3"/>
    <p:sldLayoutId id="2147483798" r:id="rId4"/>
    <p:sldLayoutId id="2147483799" r:id="rId5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gif"/><Relationship Id="rId7" Type="http://schemas.openxmlformats.org/officeDocument/2006/relationships/image" Target="../media/image13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gif"/><Relationship Id="rId5" Type="http://schemas.openxmlformats.org/officeDocument/2006/relationships/image" Target="../media/image13.gif"/><Relationship Id="rId10" Type="http://schemas.openxmlformats.org/officeDocument/2006/relationships/image" Target="../media/image16.png"/><Relationship Id="rId4" Type="http://schemas.openxmlformats.org/officeDocument/2006/relationships/image" Target="../media/image12.gif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ctrTitle"/>
          </p:nvPr>
        </p:nvSpPr>
        <p:spPr>
          <a:xfrm>
            <a:off x="914400" y="2083217"/>
            <a:ext cx="7315200" cy="1944215"/>
          </a:xfrm>
        </p:spPr>
        <p:txBody>
          <a:bodyPr/>
          <a:lstStyle/>
          <a:p>
            <a:r>
              <a:rPr lang="es-ES" noProof="1"/>
              <a:t>5.- C</a:t>
            </a:r>
            <a:r>
              <a:rPr lang="es-ES" dirty="0"/>
              <a:t>NN: Redes Neuronales Convolucionales</a:t>
            </a:r>
            <a:endParaRPr lang="es-ES" noProof="1"/>
          </a:p>
        </p:txBody>
      </p:sp>
      <p:sp>
        <p:nvSpPr>
          <p:cNvPr id="4" name="3 Subtítulo"/>
          <p:cNvSpPr>
            <a:spLocks noGrp="1"/>
          </p:cNvSpPr>
          <p:nvPr>
            <p:ph type="subTitle" idx="1"/>
          </p:nvPr>
        </p:nvSpPr>
        <p:spPr>
          <a:xfrm>
            <a:off x="2735796" y="4669348"/>
            <a:ext cx="3672408" cy="720080"/>
          </a:xfrm>
        </p:spPr>
        <p:txBody>
          <a:bodyPr>
            <a:normAutofit/>
          </a:bodyPr>
          <a:lstStyle/>
          <a:p>
            <a:r>
              <a:rPr lang="es-ES" sz="1800" noProof="1"/>
              <a:t>Jorge Tesch Torres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idx="11"/>
          </p:nvPr>
        </p:nvSpPr>
        <p:spPr/>
        <p:txBody>
          <a:bodyPr>
            <a:normAutofit/>
          </a:bodyPr>
          <a:lstStyle/>
          <a:p>
            <a:r>
              <a:rPr lang="es-ES" sz="2800" noProof="1"/>
              <a:t>Inteligencia Artificial</a:t>
            </a:r>
          </a:p>
        </p:txBody>
      </p:sp>
    </p:spTree>
    <p:extLst>
      <p:ext uri="{BB962C8B-B14F-4D97-AF65-F5344CB8AC3E}">
        <p14:creationId xmlns:p14="http://schemas.microsoft.com/office/powerpoint/2010/main" val="3369892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251519" y="2060848"/>
            <a:ext cx="8605935" cy="4680519"/>
          </a:xfrm>
        </p:spPr>
        <p:txBody>
          <a:bodyPr>
            <a:normAutofit/>
          </a:bodyPr>
          <a:lstStyle/>
          <a:p>
            <a:r>
              <a:rPr lang="es-ES" sz="1600" dirty="0"/>
              <a:t>Una </a:t>
            </a:r>
            <a:r>
              <a:rPr lang="es-ES" sz="1600" b="1" dirty="0"/>
              <a:t>CNN (</a:t>
            </a:r>
            <a:r>
              <a:rPr lang="es-ES" sz="1600" b="1" dirty="0" err="1"/>
              <a:t>Convolutional</a:t>
            </a:r>
            <a:r>
              <a:rPr lang="es-ES" sz="1600" b="1" dirty="0"/>
              <a:t> Neural Network)</a:t>
            </a:r>
            <a:r>
              <a:rPr lang="es-ES" sz="1600" dirty="0"/>
              <a:t> es un tipo de red neuronal diseñada específicamente para </a:t>
            </a:r>
            <a:r>
              <a:rPr lang="es-ES" sz="1600" b="1" dirty="0"/>
              <a:t>procesar datos con estructura espacial</a:t>
            </a:r>
            <a:r>
              <a:rPr lang="es-ES" sz="1600" dirty="0"/>
              <a:t>, como imágenes o vídeo.</a:t>
            </a:r>
          </a:p>
          <a:p>
            <a:pPr>
              <a:lnSpc>
                <a:spcPct val="150000"/>
              </a:lnSpc>
            </a:pPr>
            <a:r>
              <a:rPr lang="es-ES" sz="1800" dirty="0"/>
              <a:t>A diferencia de las redes densas tradicionales (ANN), las CNN:</a:t>
            </a:r>
          </a:p>
          <a:p>
            <a:pPr lvl="1"/>
            <a:r>
              <a:rPr lang="es-ES" sz="1600" noProof="1"/>
              <a:t>No conectan cada neurona con todas las de la capa anterior.</a:t>
            </a:r>
          </a:p>
          <a:p>
            <a:pPr lvl="1"/>
            <a:r>
              <a:rPr lang="es-ES" sz="1600" noProof="1"/>
              <a:t>Usan </a:t>
            </a:r>
            <a:r>
              <a:rPr lang="es-ES" sz="1600" b="1" noProof="1"/>
              <a:t>filtros o kernels</a:t>
            </a:r>
            <a:r>
              <a:rPr lang="es-ES" sz="1600" noProof="1"/>
              <a:t> que se desplazan por la imagen para detectar </a:t>
            </a:r>
            <a:r>
              <a:rPr lang="es-ES" sz="1600" b="1" noProof="1"/>
              <a:t>patrones locales </a:t>
            </a:r>
            <a:r>
              <a:rPr lang="es-ES" sz="1600" noProof="1"/>
              <a:t>(bordes, texturas, formas…).</a:t>
            </a:r>
          </a:p>
          <a:p>
            <a:pPr lvl="1"/>
            <a:r>
              <a:rPr lang="es-ES" sz="1600" noProof="1"/>
              <a:t>Permiten que el modelo </a:t>
            </a:r>
            <a:r>
              <a:rPr lang="es-ES" sz="1600" b="1" noProof="1"/>
              <a:t>aprenda automáticamente características visuales jerárquicas</a:t>
            </a:r>
            <a:r>
              <a:rPr lang="es-ES" sz="1600" noProof="1"/>
              <a:t>, desde lo simple (líneas) hasta lo complejo (rostros, objetos).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5.- C</a:t>
            </a:r>
            <a:r>
              <a:rPr lang="es-ES" dirty="0"/>
              <a:t>NN</a:t>
            </a:r>
            <a:endParaRPr lang="es-ES" noProof="1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una Red Convolucional (CNN)?</a:t>
            </a:r>
            <a:endParaRPr lang="es-ES" noProof="1"/>
          </a:p>
        </p:txBody>
      </p:sp>
      <p:pic>
        <p:nvPicPr>
          <p:cNvPr id="6" name="Imagen 5" descr="Diagrama&#10;&#10;El contenido generado por IA puede ser incorrecto.">
            <a:extLst>
              <a:ext uri="{FF2B5EF4-FFF2-40B4-BE49-F238E27FC236}">
                <a16:creationId xmlns:a16="http://schemas.microsoft.com/office/drawing/2014/main" id="{912227F1-2840-87D4-7F14-DEE765E08B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440" y="4501788"/>
            <a:ext cx="4814014" cy="2174903"/>
          </a:xfrm>
          <a:prstGeom prst="rect">
            <a:avLst/>
          </a:prstGeom>
        </p:spPr>
      </p:pic>
      <p:sp>
        <p:nvSpPr>
          <p:cNvPr id="9" name="Marcador de contenido 1">
            <a:extLst>
              <a:ext uri="{FF2B5EF4-FFF2-40B4-BE49-F238E27FC236}">
                <a16:creationId xmlns:a16="http://schemas.microsoft.com/office/drawing/2014/main" id="{5FC6E7E7-2702-1C79-648A-D233070393DB}"/>
              </a:ext>
            </a:extLst>
          </p:cNvPr>
          <p:cNvSpPr txBox="1">
            <a:spLocks/>
          </p:cNvSpPr>
          <p:nvPr/>
        </p:nvSpPr>
        <p:spPr>
          <a:xfrm>
            <a:off x="249337" y="5021215"/>
            <a:ext cx="3799725" cy="1136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b="1" dirty="0"/>
              <a:t>Ejemplo de detección </a:t>
            </a:r>
            <a:r>
              <a:rPr lang="es-ES" sz="1600" dirty="0"/>
              <a:t>en una CNN:</a:t>
            </a:r>
          </a:p>
          <a:p>
            <a:pPr lvl="1"/>
            <a:r>
              <a:rPr lang="es-ES" sz="1400" dirty="0"/>
              <a:t>Capa 1: Bordes y Contornos.</a:t>
            </a:r>
          </a:p>
          <a:p>
            <a:pPr lvl="1"/>
            <a:r>
              <a:rPr lang="es-ES" sz="1400" dirty="0"/>
              <a:t>Capa 2: Esquinas y Texturas.</a:t>
            </a:r>
          </a:p>
          <a:p>
            <a:pPr lvl="1"/>
            <a:r>
              <a:rPr lang="es-ES" sz="1400" dirty="0"/>
              <a:t>Capas superiores: Objetos completos.</a:t>
            </a:r>
          </a:p>
        </p:txBody>
      </p:sp>
    </p:spTree>
    <p:extLst>
      <p:ext uri="{BB962C8B-B14F-4D97-AF65-F5344CB8AC3E}">
        <p14:creationId xmlns:p14="http://schemas.microsoft.com/office/powerpoint/2010/main" val="3942861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0A723-CE47-E72D-3351-3150D7CFF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5C9F0618-253E-B251-4C9F-735D2158FF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6950593"/>
              </p:ext>
            </p:extLst>
          </p:nvPr>
        </p:nvGraphicFramePr>
        <p:xfrm>
          <a:off x="249337" y="2100482"/>
          <a:ext cx="8605836" cy="390880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45010">
                  <a:extLst>
                    <a:ext uri="{9D8B030D-6E8A-4147-A177-3AD203B41FA5}">
                      <a16:colId xmlns:a16="http://schemas.microsoft.com/office/drawing/2014/main" val="2520739180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1293071731"/>
                    </a:ext>
                  </a:extLst>
                </a:gridCol>
                <a:gridCol w="3492474">
                  <a:extLst>
                    <a:ext uri="{9D8B030D-6E8A-4147-A177-3AD203B41FA5}">
                      <a16:colId xmlns:a16="http://schemas.microsoft.com/office/drawing/2014/main" val="2253227875"/>
                    </a:ext>
                  </a:extLst>
                </a:gridCol>
              </a:tblGrid>
              <a:tr h="608438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Característica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CNN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606010"/>
                  </a:ext>
                </a:extLst>
              </a:tr>
              <a:tr h="660073"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Conexiones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Todas las neuronas están conectadas entre sí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Cada neurona solo conecta con una pequeña región (receptive </a:t>
                      </a:r>
                      <a:r>
                        <a:rPr lang="es-ES" sz="1600" dirty="0" err="1"/>
                        <a:t>field</a:t>
                      </a:r>
                      <a:r>
                        <a:rPr lang="es-ES" sz="16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8184241"/>
                  </a:ext>
                </a:extLst>
              </a:tr>
              <a:tr h="660073"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Parámetros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Muy numerosos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Muchos menos (gracias al uso de filtros compartidos)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5561458"/>
                  </a:ext>
                </a:extLst>
              </a:tr>
              <a:tr h="660073"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Datos ideales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Vectores o tablas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Imágenes, audio, vídeo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0669162"/>
                  </a:ext>
                </a:extLst>
              </a:tr>
              <a:tr h="660073"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Aprendizaje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No reconoce patrones espaciales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Detecta estructuras locales y espaciales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815853"/>
                  </a:ext>
                </a:extLst>
              </a:tr>
              <a:tr h="660073"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Invarianza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No invariante a posición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Aprende invariancia a traslación y rotación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953200"/>
                  </a:ext>
                </a:extLst>
              </a:tr>
            </a:tbl>
          </a:graphicData>
        </a:graphic>
      </p:graphicFrame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BDD33CA-AAF8-ADF7-6817-1479D8B7C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5.- C</a:t>
            </a:r>
            <a:r>
              <a:rPr lang="es-ES" dirty="0"/>
              <a:t>NN</a:t>
            </a:r>
            <a:endParaRPr lang="es-ES" noProof="1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2FE43B5-30F6-ED06-B83E-2EAC4573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Diferencias entre ANN y CNN</a:t>
            </a:r>
            <a:endParaRPr lang="es-ES" noProof="1"/>
          </a:p>
        </p:txBody>
      </p:sp>
      <p:sp>
        <p:nvSpPr>
          <p:cNvPr id="7" name="Marcador de contenido 1">
            <a:extLst>
              <a:ext uri="{FF2B5EF4-FFF2-40B4-BE49-F238E27FC236}">
                <a16:creationId xmlns:a16="http://schemas.microsoft.com/office/drawing/2014/main" id="{4F026FF6-71B7-13C3-12EF-18C626741943}"/>
              </a:ext>
            </a:extLst>
          </p:cNvPr>
          <p:cNvSpPr txBox="1">
            <a:spLocks/>
          </p:cNvSpPr>
          <p:nvPr/>
        </p:nvSpPr>
        <p:spPr>
          <a:xfrm>
            <a:off x="249337" y="6089468"/>
            <a:ext cx="8605836" cy="620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dirty="0"/>
              <a:t>Las CNN </a:t>
            </a:r>
            <a:r>
              <a:rPr lang="es-ES" sz="1600" b="1" dirty="0"/>
              <a:t>imitan el funcionamiento de la corteza visual humana</a:t>
            </a:r>
            <a:r>
              <a:rPr lang="es-ES" sz="1600" dirty="0"/>
              <a:t>, detectando primero patrones simples y luego combinándolos en estructuras más complejas.</a:t>
            </a:r>
          </a:p>
        </p:txBody>
      </p:sp>
    </p:spTree>
    <p:extLst>
      <p:ext uri="{BB962C8B-B14F-4D97-AF65-F5344CB8AC3E}">
        <p14:creationId xmlns:p14="http://schemas.microsoft.com/office/powerpoint/2010/main" val="2660508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164E3-8883-B89B-5393-E3C7C7B6A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B8C9A7D1-BDB0-E5D2-13F2-6AF38EA6D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060848"/>
            <a:ext cx="8605935" cy="4680519"/>
          </a:xfrm>
        </p:spPr>
        <p:txBody>
          <a:bodyPr>
            <a:normAutofit/>
          </a:bodyPr>
          <a:lstStyle/>
          <a:p>
            <a:r>
              <a:rPr lang="es-ES" sz="1800" dirty="0"/>
              <a:t>Antes de las CNN, el reconocimiento de imágenes dependía de filtros definidos manualmente (</a:t>
            </a:r>
            <a:r>
              <a:rPr lang="es-ES" sz="1800" i="1" dirty="0"/>
              <a:t>ingeniería de características</a:t>
            </a:r>
            <a:r>
              <a:rPr lang="es-ES" sz="1800" dirty="0"/>
              <a:t>).</a:t>
            </a:r>
          </a:p>
          <a:p>
            <a:r>
              <a:rPr lang="es-ES" sz="1800" dirty="0"/>
              <a:t>Las CNN aprenden esos filtros automáticamente.</a:t>
            </a:r>
          </a:p>
          <a:p>
            <a:endParaRPr lang="es-ES" sz="18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2D6C114-DAA5-53AD-8A7E-EC3103159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5.- C</a:t>
            </a:r>
            <a:r>
              <a:rPr lang="es-ES" dirty="0"/>
              <a:t>NN</a:t>
            </a:r>
            <a:endParaRPr lang="es-ES" noProof="1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BF597CB-49B5-EA3A-CECC-A143D35B0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Procesamiento de Imágenes y Filtros Clásicos</a:t>
            </a:r>
            <a:endParaRPr lang="es-E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a 5">
                <a:extLst>
                  <a:ext uri="{FF2B5EF4-FFF2-40B4-BE49-F238E27FC236}">
                    <a16:creationId xmlns:a16="http://schemas.microsoft.com/office/drawing/2014/main" id="{8D14D444-770E-4618-947B-7A54B32582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3531193"/>
                  </p:ext>
                </p:extLst>
              </p:nvPr>
            </p:nvGraphicFramePr>
            <p:xfrm>
              <a:off x="251519" y="3068962"/>
              <a:ext cx="8640964" cy="3672406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160241">
                      <a:extLst>
                        <a:ext uri="{9D8B030D-6E8A-4147-A177-3AD203B41FA5}">
                          <a16:colId xmlns:a16="http://schemas.microsoft.com/office/drawing/2014/main" val="1723884088"/>
                        </a:ext>
                      </a:extLst>
                    </a:gridCol>
                    <a:gridCol w="2160241">
                      <a:extLst>
                        <a:ext uri="{9D8B030D-6E8A-4147-A177-3AD203B41FA5}">
                          <a16:colId xmlns:a16="http://schemas.microsoft.com/office/drawing/2014/main" val="1480772749"/>
                        </a:ext>
                      </a:extLst>
                    </a:gridCol>
                    <a:gridCol w="2160241">
                      <a:extLst>
                        <a:ext uri="{9D8B030D-6E8A-4147-A177-3AD203B41FA5}">
                          <a16:colId xmlns:a16="http://schemas.microsoft.com/office/drawing/2014/main" val="2311736469"/>
                        </a:ext>
                      </a:extLst>
                    </a:gridCol>
                    <a:gridCol w="2160241">
                      <a:extLst>
                        <a:ext uri="{9D8B030D-6E8A-4147-A177-3AD203B41FA5}">
                          <a16:colId xmlns:a16="http://schemas.microsoft.com/office/drawing/2014/main" val="2812257048"/>
                        </a:ext>
                      </a:extLst>
                    </a:gridCol>
                  </a:tblGrid>
                  <a:tr h="4498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Filtro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Efecto Visual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Kernel 3x3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Resultado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0424403"/>
                      </a:ext>
                    </a:extLst>
                  </a:tr>
                  <a:tr h="10741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Detección de bordes (Sobel)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Resalta bordes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ES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−2</m:t>
                                          </m:r>
                                        </m:e>
                                        <m:e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  <m:e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70399738"/>
                      </a:ext>
                    </a:extLst>
                  </a:tr>
                  <a:tr h="10741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Desenfoque (</a:t>
                          </a:r>
                          <a:r>
                            <a:rPr lang="es-ES" sz="1600" b="1" dirty="0" err="1"/>
                            <a:t>Blur</a:t>
                          </a:r>
                          <a:r>
                            <a:rPr lang="es-ES" sz="1600" b="1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Suaviza la imagen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ES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42120256"/>
                      </a:ext>
                    </a:extLst>
                  </a:tr>
                  <a:tr h="10741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Realce (</a:t>
                          </a:r>
                          <a:r>
                            <a:rPr lang="es-ES" sz="1600" b="1" dirty="0" err="1"/>
                            <a:t>Sharpen</a:t>
                          </a:r>
                          <a:r>
                            <a:rPr lang="es-ES" sz="1600" b="1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Aumenta el contraste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ES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  <m:e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  <m:e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e>
                                        <m:e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  <m:e>
                                          <m:r>
                                            <a:rPr lang="es-E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043683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a 5">
                <a:extLst>
                  <a:ext uri="{FF2B5EF4-FFF2-40B4-BE49-F238E27FC236}">
                    <a16:creationId xmlns:a16="http://schemas.microsoft.com/office/drawing/2014/main" id="{8D14D444-770E-4618-947B-7A54B32582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6501293"/>
                  </p:ext>
                </p:extLst>
              </p:nvPr>
            </p:nvGraphicFramePr>
            <p:xfrm>
              <a:off x="251519" y="3068962"/>
              <a:ext cx="8640964" cy="3672406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160241">
                      <a:extLst>
                        <a:ext uri="{9D8B030D-6E8A-4147-A177-3AD203B41FA5}">
                          <a16:colId xmlns:a16="http://schemas.microsoft.com/office/drawing/2014/main" val="1723884088"/>
                        </a:ext>
                      </a:extLst>
                    </a:gridCol>
                    <a:gridCol w="2160241">
                      <a:extLst>
                        <a:ext uri="{9D8B030D-6E8A-4147-A177-3AD203B41FA5}">
                          <a16:colId xmlns:a16="http://schemas.microsoft.com/office/drawing/2014/main" val="1480772749"/>
                        </a:ext>
                      </a:extLst>
                    </a:gridCol>
                    <a:gridCol w="2160241">
                      <a:extLst>
                        <a:ext uri="{9D8B030D-6E8A-4147-A177-3AD203B41FA5}">
                          <a16:colId xmlns:a16="http://schemas.microsoft.com/office/drawing/2014/main" val="2311736469"/>
                        </a:ext>
                      </a:extLst>
                    </a:gridCol>
                    <a:gridCol w="2160241">
                      <a:extLst>
                        <a:ext uri="{9D8B030D-6E8A-4147-A177-3AD203B41FA5}">
                          <a16:colId xmlns:a16="http://schemas.microsoft.com/office/drawing/2014/main" val="2812257048"/>
                        </a:ext>
                      </a:extLst>
                    </a:gridCol>
                  </a:tblGrid>
                  <a:tr h="4498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Filtro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Efecto Visual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Kernel 3x3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Resultado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0424403"/>
                      </a:ext>
                    </a:extLst>
                  </a:tr>
                  <a:tr h="10741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Detección de bordes (Sobel)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Resalta bordes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42614" r="-100845" b="-2017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70399738"/>
                      </a:ext>
                    </a:extLst>
                  </a:tr>
                  <a:tr h="10741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Desenfoque (</a:t>
                          </a:r>
                          <a:r>
                            <a:rPr lang="es-ES" sz="1600" b="1" dirty="0" err="1"/>
                            <a:t>Blur</a:t>
                          </a:r>
                          <a:r>
                            <a:rPr lang="es-ES" sz="1600" b="1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Suaviza la imagen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141808" r="-100845" b="-1005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42120256"/>
                      </a:ext>
                    </a:extLst>
                  </a:tr>
                  <a:tr h="10741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Realce (</a:t>
                          </a:r>
                          <a:r>
                            <a:rPr lang="es-ES" sz="1600" b="1" dirty="0" err="1"/>
                            <a:t>Sharpen</a:t>
                          </a:r>
                          <a:r>
                            <a:rPr lang="es-ES" sz="1600" b="1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Aumenta el contraste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243182" r="-100845" b="-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0436837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Imagen 10" descr="Un dibujo de una persona&#10;&#10;El contenido generado por IA puede ser incorrecto.">
            <a:extLst>
              <a:ext uri="{FF2B5EF4-FFF2-40B4-BE49-F238E27FC236}">
                <a16:creationId xmlns:a16="http://schemas.microsoft.com/office/drawing/2014/main" id="{A7C62B9E-B337-7F72-03C4-6E69126896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000" y="3589200"/>
            <a:ext cx="936000" cy="936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6DD6492-3098-58EC-BD23-65983FB76A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4000" y="4662000"/>
            <a:ext cx="936000" cy="936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5FC00BA-B1B8-8FFD-1B02-3A6EA25E7A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4000" y="5742122"/>
            <a:ext cx="936000" cy="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80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C755C-D64A-F619-9484-5DCE3779C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CF006073-FBDD-3658-FF8B-D5FE0FB96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1988840"/>
            <a:ext cx="8605935" cy="475252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1800" dirty="0"/>
              <a:t>La </a:t>
            </a:r>
            <a:r>
              <a:rPr lang="es-ES" sz="1800" b="1" dirty="0"/>
              <a:t>convolución</a:t>
            </a:r>
            <a:r>
              <a:rPr lang="es-ES" sz="1800" dirty="0"/>
              <a:t> es el proceso central de una CNN.</a:t>
            </a:r>
          </a:p>
          <a:p>
            <a:r>
              <a:rPr lang="es-ES" sz="1600" dirty="0"/>
              <a:t>Consiste en aplicar un </a:t>
            </a:r>
            <a:r>
              <a:rPr lang="es-ES" sz="1600" b="1" dirty="0"/>
              <a:t>filtro (kernel)</a:t>
            </a:r>
            <a:r>
              <a:rPr lang="es-ES" sz="1600" dirty="0"/>
              <a:t> que se desplaza por toda la imagen, “mirando” pequeñas regiones a la vez y generando una </a:t>
            </a:r>
            <a:r>
              <a:rPr lang="es-ES" sz="1600" b="1" dirty="0"/>
              <a:t>nueva imagen de salida</a:t>
            </a:r>
            <a:r>
              <a:rPr lang="es-ES" sz="1600" dirty="0"/>
              <a:t> (llamada </a:t>
            </a:r>
            <a:r>
              <a:rPr lang="es-ES" sz="1600" i="1" dirty="0"/>
              <a:t>feature </a:t>
            </a:r>
            <a:r>
              <a:rPr lang="es-ES" sz="1600" i="1" dirty="0" err="1"/>
              <a:t>map</a:t>
            </a:r>
            <a:r>
              <a:rPr lang="es-ES" sz="1600" dirty="0"/>
              <a:t>) que resalta ciertos patrones.</a:t>
            </a:r>
          </a:p>
          <a:p>
            <a:pPr>
              <a:lnSpc>
                <a:spcPct val="150000"/>
              </a:lnSpc>
            </a:pPr>
            <a:r>
              <a:rPr lang="es-ES" sz="1600" dirty="0"/>
              <a:t>Cada filtro aprende a reconocer algo distinto:</a:t>
            </a:r>
          </a:p>
          <a:p>
            <a:pPr lvl="1"/>
            <a:r>
              <a:rPr lang="es-ES" sz="1400" noProof="1"/>
              <a:t>Uno puede detectar bordes horizontales.</a:t>
            </a:r>
          </a:p>
          <a:p>
            <a:pPr lvl="1"/>
            <a:r>
              <a:rPr lang="es-ES" sz="1400" noProof="1"/>
              <a:t>Otro puede resaltar texturas.</a:t>
            </a:r>
          </a:p>
          <a:p>
            <a:pPr lvl="1"/>
            <a:r>
              <a:rPr lang="es-ES" sz="1400" noProof="1"/>
              <a:t>Otro puede identificar esquinas o formas específicas.</a:t>
            </a:r>
          </a:p>
          <a:p>
            <a:pPr>
              <a:lnSpc>
                <a:spcPct val="150000"/>
              </a:lnSpc>
            </a:pPr>
            <a:r>
              <a:rPr lang="es-ES" sz="1600" dirty="0"/>
              <a:t>Con varios filtros, la CNN aprende a reconocer </a:t>
            </a:r>
            <a:r>
              <a:rPr lang="es-ES" sz="1600" b="1" dirty="0"/>
              <a:t>características</a:t>
            </a:r>
            <a:r>
              <a:rPr lang="es-ES" sz="1600" dirty="0"/>
              <a:t> cada vez </a:t>
            </a:r>
            <a:r>
              <a:rPr lang="es-ES" sz="1600" b="1" dirty="0"/>
              <a:t>más complejas</a:t>
            </a:r>
            <a:r>
              <a:rPr lang="es-ES" sz="1600" dirty="0"/>
              <a:t>.</a:t>
            </a:r>
            <a:endParaRPr lang="es-ES" sz="1600" noProof="1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42BA00A-DA25-126B-E3AC-6FFFF0626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5.- C</a:t>
            </a:r>
            <a:r>
              <a:rPr lang="es-ES" dirty="0"/>
              <a:t>NN</a:t>
            </a:r>
            <a:endParaRPr lang="es-ES" noProof="1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F979A4B-E858-6F55-92E4-E15D48933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Operación de Convolución</a:t>
            </a:r>
            <a:endParaRPr lang="es-ES" noProof="1"/>
          </a:p>
        </p:txBody>
      </p:sp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79DA4B13-9EAF-2EE7-9FF2-B1B4B8410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93" y="4949641"/>
            <a:ext cx="4605736" cy="1727151"/>
          </a:xfrm>
          <a:prstGeom prst="rect">
            <a:avLst/>
          </a:prstGeom>
        </p:spPr>
      </p:pic>
      <p:pic>
        <p:nvPicPr>
          <p:cNvPr id="10" name="Imagen 9" descr="Diagrama&#10;&#10;El contenido generado por IA puede ser incorrecto.">
            <a:extLst>
              <a:ext uri="{FF2B5EF4-FFF2-40B4-BE49-F238E27FC236}">
                <a16:creationId xmlns:a16="http://schemas.microsoft.com/office/drawing/2014/main" id="{AA52BCCE-1CFB-C000-F5A6-8AB0BC0201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4" r="5328"/>
          <a:stretch>
            <a:fillRect/>
          </a:stretch>
        </p:blipFill>
        <p:spPr>
          <a:xfrm>
            <a:off x="5000163" y="4949641"/>
            <a:ext cx="3967344" cy="172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188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F1FAC-77EB-D96B-51B3-83E995FE3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761D7ADD-86B9-ABFA-6FA7-CFA9EA19A2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19" y="1988840"/>
                <a:ext cx="8605935" cy="475252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" sz="1600" b="1" dirty="0"/>
                  <a:t>Stride </a:t>
                </a:r>
                <a:r>
                  <a:rPr lang="es-ES" sz="1600" dirty="0"/>
                  <a:t>(Paso del Filtro):</a:t>
                </a:r>
              </a:p>
              <a:p>
                <a:pPr lvl="1"/>
                <a:r>
                  <a:rPr lang="es-ES" sz="1400" dirty="0"/>
                  <a:t>El </a:t>
                </a:r>
                <a:r>
                  <a:rPr lang="es-ES" sz="1400" b="1" dirty="0" err="1"/>
                  <a:t>stride</a:t>
                </a:r>
                <a:r>
                  <a:rPr lang="es-ES" sz="1400" dirty="0"/>
                  <a:t> define cuántos píxeles se mueve el filtro en cada paso:</a:t>
                </a:r>
              </a:p>
              <a:p>
                <a:pPr lvl="2">
                  <a:buFont typeface="Wingdings" panose="05000000000000000000" pitchFamily="2" charset="2"/>
                  <a:buChar char="ü"/>
                </a:pPr>
                <a:r>
                  <a:rPr lang="es-ES" sz="1400" b="1" dirty="0"/>
                  <a:t>Stride = </a:t>
                </a:r>
                <a14:m>
                  <m:oMath xmlns:m="http://schemas.openxmlformats.org/officeDocument/2006/math">
                    <m:r>
                      <a:rPr lang="es-ES" sz="1400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s-ES" sz="1400" b="1" dirty="0"/>
                  <a:t>:</a:t>
                </a:r>
                <a:r>
                  <a:rPr lang="es-ES" sz="1400" dirty="0"/>
                  <a:t> el filtro se mueve de píxel en píxel → mapa de salida más grande y detallado.</a:t>
                </a:r>
              </a:p>
              <a:p>
                <a:pPr lvl="2">
                  <a:buFont typeface="Wingdings" panose="05000000000000000000" pitchFamily="2" charset="2"/>
                  <a:buChar char="ü"/>
                </a:pPr>
                <a:r>
                  <a:rPr lang="es-ES" sz="1400" b="1" dirty="0"/>
                  <a:t>Stride = </a:t>
                </a:r>
                <a14:m>
                  <m:oMath xmlns:m="http://schemas.openxmlformats.org/officeDocument/2006/math">
                    <m:r>
                      <a:rPr lang="es-ES" sz="1400" b="1" i="1" dirty="0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s-ES" sz="1400" b="1" dirty="0"/>
                  <a:t>:</a:t>
                </a:r>
                <a:r>
                  <a:rPr lang="es-ES" sz="1400" dirty="0"/>
                  <a:t> el filtro avanza de dos en dos → salida más pequeña y comprimida.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1600" b="1" dirty="0"/>
                  <a:t>Padding</a:t>
                </a:r>
                <a:r>
                  <a:rPr lang="es-ES" sz="1600" dirty="0"/>
                  <a:t> (Relleno de Bordes):</a:t>
                </a:r>
              </a:p>
              <a:p>
                <a:pPr lvl="1"/>
                <a:r>
                  <a:rPr lang="es-ES" sz="1400" dirty="0"/>
                  <a:t>Cuando el filtro se aplica cerca de los bordes de la imagen, algunos píxeles quedan fuera. El </a:t>
                </a:r>
                <a:r>
                  <a:rPr lang="es-ES" sz="1400" b="1" dirty="0"/>
                  <a:t>padding</a:t>
                </a:r>
                <a:r>
                  <a:rPr lang="es-ES" sz="1400" dirty="0"/>
                  <a:t> añade un borde de </a:t>
                </a:r>
                <a14:m>
                  <m:oMath xmlns:m="http://schemas.openxmlformats.org/officeDocument/2006/math">
                    <m:r>
                      <a:rPr lang="es-ES" sz="1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ES" sz="1400" dirty="0"/>
                  <a:t> alrededor de la imagen para que todos los píxeles sean procesados.</a:t>
                </a:r>
              </a:p>
              <a:p>
                <a:pPr lvl="2">
                  <a:buFont typeface="Wingdings" panose="05000000000000000000" pitchFamily="2" charset="2"/>
                  <a:buChar char="ü"/>
                </a:pPr>
                <a:r>
                  <a:rPr lang="es-ES" sz="1400" b="1" dirty="0"/>
                  <a:t>“Valid” padding:</a:t>
                </a:r>
                <a:r>
                  <a:rPr lang="es-ES" sz="1400" dirty="0"/>
                  <a:t> sin relleno → la salida se reduce.</a:t>
                </a:r>
              </a:p>
              <a:p>
                <a:pPr lvl="2">
                  <a:buFont typeface="Wingdings" panose="05000000000000000000" pitchFamily="2" charset="2"/>
                  <a:buChar char="ü"/>
                </a:pPr>
                <a:r>
                  <a:rPr lang="es-ES" sz="1400" b="1" dirty="0"/>
                  <a:t>“Same” padding:</a:t>
                </a:r>
                <a:r>
                  <a:rPr lang="es-ES" sz="1400" dirty="0"/>
                  <a:t> con relleno → la salida mantiene el mismo tamaño que la entrada.</a:t>
                </a:r>
                <a:endParaRPr lang="es-ES" sz="1400" noProof="1"/>
              </a:p>
              <a:p>
                <a:pPr lvl="1"/>
                <a:endParaRPr lang="es-ES" sz="1600" dirty="0"/>
              </a:p>
            </p:txBody>
          </p:sp>
        </mc:Choice>
        <mc:Fallback xmlns=""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761D7ADD-86B9-ABFA-6FA7-CFA9EA19A2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19" y="1988840"/>
                <a:ext cx="8605935" cy="475252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754FEF2-1253-45F1-AE2C-008D4AE7DC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5.- C</a:t>
            </a:r>
            <a:r>
              <a:rPr lang="es-ES" dirty="0"/>
              <a:t>NN</a:t>
            </a:r>
            <a:endParaRPr lang="es-ES" noProof="1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291A055-6105-3F5A-213E-ABDB83DB1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Stride y Padding </a:t>
            </a:r>
            <a:endParaRPr lang="es-ES" noProof="1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710D480-643A-184A-94D8-18C63D4C5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28" y="4710240"/>
            <a:ext cx="1656184" cy="17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BA381A6-863A-B5E5-37DA-98358FFED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8112" y="4710240"/>
            <a:ext cx="1794624" cy="17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5E0475C-13D6-1654-2545-9E472AD90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291" y="4710240"/>
            <a:ext cx="1546569" cy="17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F62CCAF-FE0A-FBC9-6979-CB606D321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661" y="4710240"/>
            <a:ext cx="1822598" cy="17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8E2CD7F-FE40-5C43-6409-851B10FCD346}"/>
                  </a:ext>
                </a:extLst>
              </p:cNvPr>
              <p:cNvSpPr txBox="1"/>
              <p:nvPr/>
            </p:nvSpPr>
            <p:spPr>
              <a:xfrm>
                <a:off x="11535" y="6437630"/>
                <a:ext cx="2232248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" sz="1400" dirty="0"/>
                  <a:t>Stride </a:t>
                </a:r>
                <a14:m>
                  <m:oMath xmlns:m="http://schemas.openxmlformats.org/officeDocument/2006/math">
                    <m:r>
                      <a:rPr lang="es-ES" sz="1400" i="1" dirty="0" smtClean="0">
                        <a:latin typeface="Cambria Math" panose="02040503050406030204" pitchFamily="18" charset="0"/>
                      </a:rPr>
                      <m:t>= 1</m:t>
                    </m:r>
                  </m:oMath>
                </a14:m>
                <a:r>
                  <a:rPr lang="es-ES" sz="1400" dirty="0"/>
                  <a:t> | Padding </a:t>
                </a:r>
                <a14:m>
                  <m:oMath xmlns:m="http://schemas.openxmlformats.org/officeDocument/2006/math">
                    <m:r>
                      <a:rPr lang="es-ES" sz="1400" i="1" dirty="0" smtClean="0">
                        <a:latin typeface="Cambria Math" panose="02040503050406030204" pitchFamily="18" charset="0"/>
                      </a:rPr>
                      <m:t>= 0</m:t>
                    </m:r>
                  </m:oMath>
                </a14:m>
                <a:endParaRPr lang="es-ES" sz="140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8E2CD7F-FE40-5C43-6409-851B10FCD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5" y="6437630"/>
                <a:ext cx="2232248" cy="375552"/>
              </a:xfrm>
              <a:prstGeom prst="rect">
                <a:avLst/>
              </a:prstGeom>
              <a:blipFill>
                <a:blip r:embed="rId7"/>
                <a:stretch>
                  <a:fillRect l="-820" b="-1612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2897008-0008-4AD8-E38C-42A43C9EB677}"/>
                  </a:ext>
                </a:extLst>
              </p:cNvPr>
              <p:cNvSpPr txBox="1"/>
              <p:nvPr/>
            </p:nvSpPr>
            <p:spPr>
              <a:xfrm>
                <a:off x="2235339" y="6435742"/>
                <a:ext cx="2232248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" sz="1400" dirty="0"/>
                  <a:t>Stride </a:t>
                </a:r>
                <a14:m>
                  <m:oMath xmlns:m="http://schemas.openxmlformats.org/officeDocument/2006/math">
                    <m:r>
                      <a:rPr lang="es-ES" sz="1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s-ES" sz="1400" dirty="0"/>
                  <a:t> | Padding </a:t>
                </a:r>
                <a14:m>
                  <m:oMath xmlns:m="http://schemas.openxmlformats.org/officeDocument/2006/math">
                    <m:r>
                      <a:rPr lang="es-ES" sz="1400" i="1" dirty="0" smtClean="0">
                        <a:latin typeface="Cambria Math" panose="02040503050406030204" pitchFamily="18" charset="0"/>
                      </a:rPr>
                      <m:t>= 0</m:t>
                    </m:r>
                  </m:oMath>
                </a14:m>
                <a:endParaRPr lang="es-ES" sz="14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2897008-0008-4AD8-E38C-42A43C9EB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339" y="6435742"/>
                <a:ext cx="2232248" cy="375552"/>
              </a:xfrm>
              <a:prstGeom prst="rect">
                <a:avLst/>
              </a:prstGeom>
              <a:blipFill>
                <a:blip r:embed="rId8"/>
                <a:stretch>
                  <a:fillRect l="-820" b="-1639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F8C82DEF-1ACC-6A53-A76A-7657E1C95F4F}"/>
                  </a:ext>
                </a:extLst>
              </p:cNvPr>
              <p:cNvSpPr txBox="1"/>
              <p:nvPr/>
            </p:nvSpPr>
            <p:spPr>
              <a:xfrm>
                <a:off x="4441317" y="6440752"/>
                <a:ext cx="2232248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" sz="1400" dirty="0"/>
                  <a:t>Stride </a:t>
                </a:r>
                <a14:m>
                  <m:oMath xmlns:m="http://schemas.openxmlformats.org/officeDocument/2006/math">
                    <m:r>
                      <a:rPr lang="es-ES" sz="1400" i="1" dirty="0" smtClean="0">
                        <a:latin typeface="Cambria Math" panose="02040503050406030204" pitchFamily="18" charset="0"/>
                      </a:rPr>
                      <m:t>= 1</m:t>
                    </m:r>
                  </m:oMath>
                </a14:m>
                <a:r>
                  <a:rPr lang="es-ES" sz="1400" dirty="0"/>
                  <a:t> | Padding </a:t>
                </a:r>
                <a14:m>
                  <m:oMath xmlns:m="http://schemas.openxmlformats.org/officeDocument/2006/math">
                    <m:r>
                      <a:rPr lang="es-ES" sz="1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s-ES" sz="1400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F8C82DEF-1ACC-6A53-A76A-7657E1C95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317" y="6440752"/>
                <a:ext cx="2232248" cy="375552"/>
              </a:xfrm>
              <a:prstGeom prst="rect">
                <a:avLst/>
              </a:prstGeom>
              <a:blipFill>
                <a:blip r:embed="rId9"/>
                <a:stretch>
                  <a:fillRect l="-820" b="-1639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782E1077-5575-68BC-109E-394826C6CEB4}"/>
                  </a:ext>
                </a:extLst>
              </p:cNvPr>
              <p:cNvSpPr txBox="1"/>
              <p:nvPr/>
            </p:nvSpPr>
            <p:spPr>
              <a:xfrm>
                <a:off x="6806070" y="6443874"/>
                <a:ext cx="2232248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" sz="1400" dirty="0"/>
                  <a:t>Stride </a:t>
                </a:r>
                <a14:m>
                  <m:oMath xmlns:m="http://schemas.openxmlformats.org/officeDocument/2006/math">
                    <m:r>
                      <a:rPr lang="es-ES" sz="1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s-ES" sz="1400" dirty="0"/>
                  <a:t> | Padding </a:t>
                </a:r>
                <a14:m>
                  <m:oMath xmlns:m="http://schemas.openxmlformats.org/officeDocument/2006/math">
                    <m:r>
                      <a:rPr lang="es-ES" sz="1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s-ES" sz="140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782E1077-5575-68BC-109E-394826C6C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6070" y="6443874"/>
                <a:ext cx="2232248" cy="375552"/>
              </a:xfrm>
              <a:prstGeom prst="rect">
                <a:avLst/>
              </a:prstGeom>
              <a:blipFill>
                <a:blip r:embed="rId10"/>
                <a:stretch>
                  <a:fillRect l="-817" b="-1612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7227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6FB4E-81BC-09AE-47EC-131335291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D91544CF-06F4-ECAA-E49B-6D1484D89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132856"/>
            <a:ext cx="8605935" cy="4608512"/>
          </a:xfrm>
        </p:spPr>
        <p:txBody>
          <a:bodyPr>
            <a:normAutofit fontScale="92500" lnSpcReduction="10000"/>
          </a:bodyPr>
          <a:lstStyle/>
          <a:p>
            <a:pPr marL="388620" indent="-342900">
              <a:buAutoNum type="arabicPeriod"/>
            </a:pPr>
            <a:r>
              <a:rPr lang="es-ES" sz="1800" b="1" dirty="0"/>
              <a:t>Capa Convolucional </a:t>
            </a:r>
            <a:r>
              <a:rPr lang="es-ES" sz="1800" dirty="0"/>
              <a:t>(</a:t>
            </a:r>
            <a:r>
              <a:rPr lang="es-ES" sz="1800" dirty="0">
                <a:highlight>
                  <a:srgbClr val="C0C0C0"/>
                </a:highlight>
                <a:latin typeface="Consolas" panose="020B0609020204030204" pitchFamily="49" charset="0"/>
              </a:rPr>
              <a:t>Conv2D</a:t>
            </a:r>
            <a:r>
              <a:rPr lang="es-ES" sz="1800" dirty="0"/>
              <a:t>):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dirty="0"/>
              <a:t>Aplica varios filtros (</a:t>
            </a:r>
            <a:r>
              <a:rPr lang="es-ES" sz="1600" dirty="0" err="1"/>
              <a:t>kernels</a:t>
            </a:r>
            <a:r>
              <a:rPr lang="es-ES" sz="1600" dirty="0"/>
              <a:t>) a la imagen.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dirty="0"/>
              <a:t>Cada filtro genera un mapa de características.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dirty="0"/>
              <a:t>Cuantos más filtros, más patrones visuales aprende la red.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s-ES" sz="16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600" dirty="0"/>
          </a:p>
          <a:p>
            <a:pPr marL="388620" indent="-342900">
              <a:buAutoNum type="arabicPeriod"/>
            </a:pPr>
            <a:r>
              <a:rPr lang="es-ES" sz="1800" b="1" dirty="0"/>
              <a:t>Capa de Pooling </a:t>
            </a:r>
            <a:r>
              <a:rPr lang="es-ES" sz="1800" dirty="0"/>
              <a:t>(</a:t>
            </a:r>
            <a:r>
              <a:rPr lang="es-ES" sz="1800" dirty="0">
                <a:highlight>
                  <a:srgbClr val="C0C0C0"/>
                </a:highlight>
                <a:latin typeface="Consolas" panose="020B0609020204030204" pitchFamily="49" charset="0"/>
              </a:rPr>
              <a:t>MaxPooling2D</a:t>
            </a:r>
            <a:r>
              <a:rPr lang="es-ES" sz="1800" dirty="0"/>
              <a:t>):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dirty="0"/>
              <a:t>Reduce el tamaño del mapa de características manteniendo la información más relevante.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dirty="0"/>
              <a:t>Evita el sobreajuste y acelera el entrenamiento.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s-ES" sz="16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600" dirty="0"/>
          </a:p>
          <a:p>
            <a:pPr marL="388620" indent="-342900">
              <a:buAutoNum type="arabicPeriod"/>
            </a:pPr>
            <a:r>
              <a:rPr lang="es-ES" sz="1800" b="1" dirty="0"/>
              <a:t>Capa de Aplanado </a:t>
            </a:r>
            <a:r>
              <a:rPr lang="es-ES" sz="1800" dirty="0"/>
              <a:t>(</a:t>
            </a:r>
            <a:r>
              <a:rPr lang="es-ES" sz="1800" dirty="0">
                <a:highlight>
                  <a:srgbClr val="C0C0C0"/>
                </a:highlight>
                <a:latin typeface="Consolas" panose="020B0609020204030204" pitchFamily="49" charset="0"/>
              </a:rPr>
              <a:t>Flatten</a:t>
            </a:r>
            <a:r>
              <a:rPr lang="es-ES" sz="1800" dirty="0"/>
              <a:t>):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dirty="0"/>
              <a:t>Convierte los mapas 2D en un vector 1D para poder conectarlo con una capa densa.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dirty="0"/>
              <a:t>Es el “puente” entre la parte convolucional y la parte de clasificación.</a:t>
            </a:r>
            <a:endParaRPr lang="es-ES" sz="1100" dirty="0"/>
          </a:p>
          <a:p>
            <a:pPr marL="388620" indent="-342900">
              <a:buFont typeface="+mj-lt"/>
              <a:buAutoNum type="arabicPeriod"/>
            </a:pPr>
            <a:endParaRPr lang="es-ES" sz="900" b="1" dirty="0"/>
          </a:p>
          <a:p>
            <a:pPr marL="388620" indent="-342900">
              <a:buFont typeface="+mj-lt"/>
              <a:buAutoNum type="arabicPeriod"/>
            </a:pPr>
            <a:r>
              <a:rPr lang="es-ES" sz="1800" b="1" dirty="0"/>
              <a:t>Capas Densas </a:t>
            </a:r>
            <a:r>
              <a:rPr lang="es-ES" sz="1800" dirty="0"/>
              <a:t>(</a:t>
            </a:r>
            <a:r>
              <a:rPr lang="es-ES" sz="1800" dirty="0">
                <a:highlight>
                  <a:srgbClr val="C0C0C0"/>
                </a:highlight>
                <a:latin typeface="Consolas" panose="020B0609020204030204" pitchFamily="49" charset="0"/>
              </a:rPr>
              <a:t>Dense</a:t>
            </a:r>
            <a:r>
              <a:rPr lang="es-ES" sz="1800" dirty="0"/>
              <a:t>):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dirty="0"/>
              <a:t>Realizan la clasificación final.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dirty="0"/>
              <a:t>Cada neurona combina todas las características extraídas previamente.</a:t>
            </a:r>
          </a:p>
          <a:p>
            <a:pPr marL="388620" indent="-342900">
              <a:buFont typeface="+mj-lt"/>
              <a:buAutoNum type="arabicPeriod"/>
            </a:pPr>
            <a:endParaRPr lang="es-ES" sz="1800" dirty="0"/>
          </a:p>
          <a:p>
            <a:endParaRPr lang="es-ES" sz="16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0FBC3F-9AFD-BBE3-6C0D-322C47D884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5.- C</a:t>
            </a:r>
            <a:r>
              <a:rPr lang="es-ES" dirty="0"/>
              <a:t>NN</a:t>
            </a:r>
            <a:endParaRPr lang="es-ES" noProof="1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893AC80-525F-BEEF-CCC0-6A758822E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Capas Principales de una CNN</a:t>
            </a:r>
            <a:endParaRPr lang="es-ES" noProof="1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3EA7DA3-F2FC-210A-F180-12352A909426}"/>
              </a:ext>
            </a:extLst>
          </p:cNvPr>
          <p:cNvSpPr txBox="1"/>
          <p:nvPr/>
        </p:nvSpPr>
        <p:spPr>
          <a:xfrm>
            <a:off x="269032" y="3275111"/>
            <a:ext cx="8570908" cy="3077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noProof="1">
                <a:solidFill>
                  <a:schemeClr val="bg1"/>
                </a:solidFill>
                <a:latin typeface="Consolas" panose="020B0609020204030204" pitchFamily="49" charset="0"/>
              </a:rPr>
              <a:t>keras.layers.Conv2D(filters=</a:t>
            </a:r>
            <a:r>
              <a:rPr lang="es-ES" sz="1400" noProof="1">
                <a:solidFill>
                  <a:srgbClr val="FF0066"/>
                </a:solidFill>
                <a:latin typeface="Consolas" panose="020B0609020204030204" pitchFamily="49" charset="0"/>
              </a:rPr>
              <a:t>32</a:t>
            </a:r>
            <a:r>
              <a:rPr lang="es-ES" sz="1400" noProof="1">
                <a:solidFill>
                  <a:schemeClr val="bg1"/>
                </a:solidFill>
                <a:latin typeface="Consolas" panose="020B0609020204030204" pitchFamily="49" charset="0"/>
              </a:rPr>
              <a:t>, kernel_size=(</a:t>
            </a:r>
            <a:r>
              <a:rPr lang="es-ES" sz="1400" noProof="1">
                <a:solidFill>
                  <a:srgbClr val="FF0066"/>
                </a:solidFill>
                <a:latin typeface="Consolas" panose="020B0609020204030204" pitchFamily="49" charset="0"/>
              </a:rPr>
              <a:t>3</a:t>
            </a:r>
            <a:r>
              <a:rPr lang="es-ES" sz="1400" noProof="1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  <a:r>
              <a:rPr lang="es-ES" sz="1400" noProof="1">
                <a:solidFill>
                  <a:srgbClr val="FF0066"/>
                </a:solidFill>
                <a:latin typeface="Consolas" panose="020B0609020204030204" pitchFamily="49" charset="0"/>
              </a:rPr>
              <a:t>3</a:t>
            </a:r>
            <a:r>
              <a:rPr lang="es-ES" sz="1400" noProof="1">
                <a:solidFill>
                  <a:schemeClr val="bg1"/>
                </a:solidFill>
                <a:latin typeface="Consolas" panose="020B0609020204030204" pitchFamily="49" charset="0"/>
              </a:rPr>
              <a:t>), activation=</a:t>
            </a:r>
            <a:r>
              <a:rPr lang="es-ES" sz="1400" noProof="1">
                <a:solidFill>
                  <a:srgbClr val="00B050"/>
                </a:solidFill>
                <a:latin typeface="Consolas" panose="020B0609020204030204" pitchFamily="49" charset="0"/>
              </a:rPr>
              <a:t>'relu'</a:t>
            </a:r>
            <a:r>
              <a:rPr lang="es-ES" sz="1400" noProof="1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19BF3F6-35B5-2979-6E21-95E463317264}"/>
              </a:ext>
            </a:extLst>
          </p:cNvPr>
          <p:cNvSpPr txBox="1"/>
          <p:nvPr/>
        </p:nvSpPr>
        <p:spPr>
          <a:xfrm>
            <a:off x="286546" y="4571254"/>
            <a:ext cx="8570908" cy="3077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keras.layers.MaxPooling2D(pool_size=(</a:t>
            </a:r>
            <a:r>
              <a:rPr lang="en-US" sz="1400" noProof="1">
                <a:solidFill>
                  <a:srgbClr val="FF0066"/>
                </a:solidFill>
                <a:latin typeface="Consolas" panose="020B0609020204030204" pitchFamily="49" charset="0"/>
              </a:rPr>
              <a:t>2</a:t>
            </a:r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400" noProof="1">
                <a:solidFill>
                  <a:srgbClr val="FF0066"/>
                </a:solidFill>
                <a:latin typeface="Consolas" panose="020B0609020204030204" pitchFamily="49" charset="0"/>
              </a:rPr>
              <a:t>2</a:t>
            </a:r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)) </a:t>
            </a:r>
            <a:r>
              <a:rPr lang="en-US" sz="14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Toma el valor máximo de cada bloque 2x2</a:t>
            </a:r>
            <a:endParaRPr lang="es-ES" sz="1400" noProof="1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272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B7B0B-372C-1D1B-7728-77A14A62A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A8643D9-FD89-B67F-DBD5-CF5CF9CD3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132856"/>
            <a:ext cx="8605935" cy="4608511"/>
          </a:xfrm>
        </p:spPr>
        <p:txBody>
          <a:bodyPr>
            <a:normAutofit/>
          </a:bodyPr>
          <a:lstStyle/>
          <a:p>
            <a:r>
              <a:rPr lang="es-ES" sz="1800" b="1" dirty="0"/>
              <a:t>LeNet-5</a:t>
            </a:r>
            <a:r>
              <a:rPr lang="es-ES" sz="1800" dirty="0"/>
              <a:t> (Yann </a:t>
            </a:r>
            <a:r>
              <a:rPr lang="es-ES" sz="1800" dirty="0" err="1"/>
              <a:t>LeCun</a:t>
            </a:r>
            <a:r>
              <a:rPr lang="es-ES" sz="1800" dirty="0"/>
              <a:t>, 1998) fue una de las primeras CNN exitosas, usada para reconocer dígitos escritos a mano</a:t>
            </a:r>
          </a:p>
          <a:p>
            <a:r>
              <a:rPr lang="es-ES" sz="1800" b="1" dirty="0"/>
              <a:t>Innovaciones</a:t>
            </a:r>
            <a:r>
              <a:rPr lang="es-ES" sz="1800" dirty="0"/>
              <a:t>:</a:t>
            </a:r>
          </a:p>
          <a:p>
            <a:pPr lvl="1"/>
            <a:r>
              <a:rPr lang="es-ES" sz="1600" dirty="0"/>
              <a:t>Introdujo la idea de </a:t>
            </a:r>
            <a:r>
              <a:rPr lang="es-ES" sz="1600" b="1" dirty="0"/>
              <a:t>capas alternadas de convolución y pooling</a:t>
            </a:r>
            <a:r>
              <a:rPr lang="es-ES" sz="1600" dirty="0"/>
              <a:t>.</a:t>
            </a:r>
          </a:p>
          <a:p>
            <a:pPr lvl="1"/>
            <a:r>
              <a:rPr lang="es-ES" sz="1600" dirty="0"/>
              <a:t>Redujo drásticamente el número de parámetros comparado con las ANN.</a:t>
            </a:r>
          </a:p>
          <a:p>
            <a:pPr lvl="1"/>
            <a:r>
              <a:rPr lang="es-ES" sz="1600" dirty="0"/>
              <a:t>Fue precursora de arquitecturas modernas como </a:t>
            </a:r>
            <a:r>
              <a:rPr lang="es-ES" sz="1600" b="1" dirty="0"/>
              <a:t>AlexNet</a:t>
            </a:r>
            <a:r>
              <a:rPr lang="es-ES" sz="1600" dirty="0"/>
              <a:t> o </a:t>
            </a:r>
            <a:r>
              <a:rPr lang="es-ES" sz="1600" b="1" dirty="0"/>
              <a:t>VGG</a:t>
            </a:r>
            <a:r>
              <a:rPr lang="es-ES" sz="1600" dirty="0"/>
              <a:t>.</a:t>
            </a:r>
            <a:endParaRPr lang="es-ES" sz="1600" b="1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046C60-95DA-2052-21E3-167F1F484C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5.- C</a:t>
            </a:r>
            <a:r>
              <a:rPr lang="es-ES" dirty="0"/>
              <a:t>NN</a:t>
            </a:r>
            <a:endParaRPr lang="es-ES" noProof="1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27770D2-B30A-A6EF-F5FB-C65C3ECE6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LeNet-5</a:t>
            </a:r>
            <a:endParaRPr lang="es-ES" noProof="1"/>
          </a:p>
        </p:txBody>
      </p:sp>
      <p:pic>
        <p:nvPicPr>
          <p:cNvPr id="10" name="Imagen 9" descr="Diagrama&#10;&#10;El contenido generado por IA puede ser incorrecto.">
            <a:extLst>
              <a:ext uri="{FF2B5EF4-FFF2-40B4-BE49-F238E27FC236}">
                <a16:creationId xmlns:a16="http://schemas.microsoft.com/office/drawing/2014/main" id="{35B33608-15B9-77D6-EE6D-72E537C9D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64"/>
          <a:stretch>
            <a:fillRect/>
          </a:stretch>
        </p:blipFill>
        <p:spPr>
          <a:xfrm>
            <a:off x="3924532" y="4356978"/>
            <a:ext cx="4971377" cy="2004794"/>
          </a:xfrm>
          <a:prstGeom prst="rect">
            <a:avLst/>
          </a:prstGeom>
        </p:spPr>
      </p:pic>
      <p:sp>
        <p:nvSpPr>
          <p:cNvPr id="11" name="Marcador de contenido 1">
            <a:extLst>
              <a:ext uri="{FF2B5EF4-FFF2-40B4-BE49-F238E27FC236}">
                <a16:creationId xmlns:a16="http://schemas.microsoft.com/office/drawing/2014/main" id="{F9637095-8651-AF80-B47D-83B60D906CD6}"/>
              </a:ext>
            </a:extLst>
          </p:cNvPr>
          <p:cNvSpPr txBox="1">
            <a:spLocks/>
          </p:cNvSpPr>
          <p:nvPr/>
        </p:nvSpPr>
        <p:spPr>
          <a:xfrm>
            <a:off x="250758" y="4224664"/>
            <a:ext cx="3673774" cy="2269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28600">
              <a:buFont typeface="+mj-lt"/>
              <a:buAutoNum type="arabicPeriod"/>
            </a:pPr>
            <a:r>
              <a:rPr lang="es-ES" sz="1400" b="1" dirty="0"/>
              <a:t>Entrada</a:t>
            </a:r>
            <a:r>
              <a:rPr lang="es-ES" sz="1400" dirty="0"/>
              <a:t>: imagen 32×32 en escala de grises</a:t>
            </a:r>
          </a:p>
          <a:p>
            <a:pPr marL="274320" indent="-228600">
              <a:buFont typeface="+mj-lt"/>
              <a:buAutoNum type="arabicPeriod"/>
            </a:pPr>
            <a:r>
              <a:rPr lang="es-ES" sz="1400" b="1" dirty="0"/>
              <a:t>Capa Conv2D </a:t>
            </a:r>
            <a:r>
              <a:rPr lang="es-ES" sz="1400" dirty="0"/>
              <a:t>→ 6 filtros 5×5 + </a:t>
            </a:r>
            <a:r>
              <a:rPr lang="es-ES" sz="1400" dirty="0" err="1"/>
              <a:t>sigmoid</a:t>
            </a:r>
            <a:endParaRPr lang="es-ES" sz="1400" dirty="0"/>
          </a:p>
          <a:p>
            <a:pPr marL="274320" indent="-228600">
              <a:buFont typeface="+mj-lt"/>
              <a:buAutoNum type="arabicPeriod"/>
            </a:pPr>
            <a:r>
              <a:rPr lang="es-ES" sz="1400" b="1" dirty="0"/>
              <a:t>Pooling</a:t>
            </a:r>
            <a:r>
              <a:rPr lang="es-ES" sz="1400" dirty="0"/>
              <a:t> → reducción 2×2</a:t>
            </a:r>
          </a:p>
          <a:p>
            <a:pPr marL="274320" indent="-228600">
              <a:buFont typeface="+mj-lt"/>
              <a:buAutoNum type="arabicPeriod"/>
            </a:pPr>
            <a:r>
              <a:rPr lang="es-ES" sz="1400" b="1" dirty="0"/>
              <a:t>Conv2D</a:t>
            </a:r>
            <a:r>
              <a:rPr lang="es-ES" sz="1400" dirty="0"/>
              <a:t> → 16 filtros 5×5</a:t>
            </a:r>
          </a:p>
          <a:p>
            <a:pPr marL="274320" indent="-228600">
              <a:buFont typeface="+mj-lt"/>
              <a:buAutoNum type="arabicPeriod"/>
            </a:pPr>
            <a:r>
              <a:rPr lang="es-ES" sz="1400" b="1" dirty="0"/>
              <a:t>Pooling</a:t>
            </a:r>
            <a:r>
              <a:rPr lang="es-ES" sz="1400" dirty="0"/>
              <a:t> → reducción 2×2</a:t>
            </a:r>
          </a:p>
          <a:p>
            <a:pPr marL="274320" indent="-228600">
              <a:buFont typeface="+mj-lt"/>
              <a:buAutoNum type="arabicPeriod"/>
            </a:pPr>
            <a:r>
              <a:rPr lang="es-ES" sz="1400" b="1" dirty="0"/>
              <a:t>Flatten</a:t>
            </a:r>
            <a:r>
              <a:rPr lang="es-ES" sz="1400" dirty="0"/>
              <a:t> + </a:t>
            </a:r>
            <a:r>
              <a:rPr lang="es-ES" sz="1400" b="1" dirty="0"/>
              <a:t>2 Densas</a:t>
            </a:r>
            <a:r>
              <a:rPr lang="es-ES" sz="1400" dirty="0"/>
              <a:t> (120 → 84 neuronas)</a:t>
            </a:r>
          </a:p>
          <a:p>
            <a:pPr marL="274320" indent="-228600">
              <a:buFont typeface="+mj-lt"/>
              <a:buAutoNum type="arabicPeriod"/>
            </a:pPr>
            <a:r>
              <a:rPr lang="es-ES" sz="1400" b="1" dirty="0"/>
              <a:t>Salida</a:t>
            </a:r>
            <a:r>
              <a:rPr lang="es-ES" sz="1400" dirty="0"/>
              <a:t>: 10 clases (dígitos 0-9)</a:t>
            </a:r>
          </a:p>
        </p:txBody>
      </p:sp>
    </p:spTree>
    <p:extLst>
      <p:ext uri="{BB962C8B-B14F-4D97-AF65-F5344CB8AC3E}">
        <p14:creationId xmlns:p14="http://schemas.microsoft.com/office/powerpoint/2010/main" val="2408093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D9584-EEBA-AA93-0C57-DD7F2597A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CC19B674-439D-4F57-78A4-4933E04556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19" y="2060848"/>
                <a:ext cx="8605935" cy="4680519"/>
              </a:xfrm>
            </p:spPr>
            <p:txBody>
              <a:bodyPr>
                <a:normAutofit/>
              </a:bodyPr>
              <a:lstStyle/>
              <a:p>
                <a:r>
                  <a:rPr lang="es-ES" sz="1600" dirty="0"/>
                  <a:t>Desarrollada por </a:t>
                </a:r>
                <a:r>
                  <a:rPr lang="es-ES" sz="1600" b="1" dirty="0"/>
                  <a:t>Alex </a:t>
                </a:r>
                <a:r>
                  <a:rPr lang="es-ES" sz="1600" b="1" dirty="0" err="1"/>
                  <a:t>Krizhevsky</a:t>
                </a:r>
                <a:r>
                  <a:rPr lang="es-ES" sz="1600" dirty="0"/>
                  <a:t>, </a:t>
                </a:r>
                <a:r>
                  <a:rPr lang="es-ES" sz="1600" b="1" dirty="0"/>
                  <a:t>Ilya </a:t>
                </a:r>
                <a:r>
                  <a:rPr lang="es-ES" sz="1600" b="1" dirty="0" err="1"/>
                  <a:t>Sutskever</a:t>
                </a:r>
                <a:r>
                  <a:rPr lang="es-ES" sz="1600" b="1" dirty="0"/>
                  <a:t> </a:t>
                </a:r>
                <a:r>
                  <a:rPr lang="es-ES" sz="1600" dirty="0"/>
                  <a:t>y </a:t>
                </a:r>
                <a:r>
                  <a:rPr lang="es-ES" sz="1600" b="1" dirty="0"/>
                  <a:t>Geoffrey Hinton </a:t>
                </a:r>
                <a:r>
                  <a:rPr lang="es-ES" sz="1600" dirty="0"/>
                  <a:t>(Universidad de Toronto, </a:t>
                </a:r>
                <a:r>
                  <a:rPr lang="es-ES" sz="1600" b="1" dirty="0"/>
                  <a:t>2012</a:t>
                </a:r>
                <a:r>
                  <a:rPr lang="es-ES" sz="1600" dirty="0"/>
                  <a:t>).</a:t>
                </a:r>
              </a:p>
              <a:p>
                <a:r>
                  <a:rPr lang="es-ES" sz="1600" dirty="0"/>
                  <a:t>Ganó la competición </a:t>
                </a:r>
                <a:r>
                  <a:rPr lang="es-ES" sz="1600" b="1" dirty="0"/>
                  <a:t>ImageNet</a:t>
                </a:r>
                <a:r>
                  <a:rPr lang="es-ES" sz="1600" dirty="0"/>
                  <a:t>, compuesta de </a:t>
                </a:r>
                <a:r>
                  <a:rPr lang="es-ES" sz="1600" b="1" dirty="0"/>
                  <a:t>1,2 M de imágenes (RGB) </a:t>
                </a:r>
                <a:r>
                  <a:rPr lang="es-ES" sz="1600" dirty="0"/>
                  <a:t>y </a:t>
                </a:r>
                <a:r>
                  <a:rPr lang="es-ES" sz="1600" b="1" dirty="0"/>
                  <a:t>1000 clases</a:t>
                </a:r>
                <a:r>
                  <a:rPr lang="es-ES" sz="1600" dirty="0"/>
                  <a:t>, con una precisión muy superior al resto de modelos de la época.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1600" b="1" dirty="0"/>
                  <a:t>Innovaciones</a:t>
                </a:r>
                <a:r>
                  <a:rPr lang="es-ES" sz="1600" dirty="0"/>
                  <a:t>:</a:t>
                </a:r>
              </a:p>
              <a:p>
                <a:pPr lvl="1"/>
                <a:r>
                  <a:rPr lang="es-ES" sz="1400" dirty="0"/>
                  <a:t>Entrenada con dos </a:t>
                </a:r>
                <a:r>
                  <a:rPr lang="es-ES" sz="1400" dirty="0" err="1"/>
                  <a:t>GPUs</a:t>
                </a:r>
                <a:r>
                  <a:rPr lang="es-ES" sz="1400" dirty="0"/>
                  <a:t> NVIDIA GTX 580 durante </a:t>
                </a:r>
                <a:r>
                  <a:rPr lang="es-ES" sz="1400" b="1" dirty="0"/>
                  <a:t>5–6 días</a:t>
                </a:r>
                <a:r>
                  <a:rPr lang="es-ES" sz="1400" dirty="0"/>
                  <a:t>.</a:t>
                </a:r>
              </a:p>
              <a:p>
                <a:pPr lvl="1"/>
                <a:r>
                  <a:rPr lang="es-ES" sz="1400" dirty="0"/>
                  <a:t>Sustituyó las funciones </a:t>
                </a:r>
                <a:r>
                  <a:rPr lang="es-ES" sz="1400" b="1" dirty="0"/>
                  <a:t>sigmoide</a:t>
                </a:r>
                <a:r>
                  <a:rPr lang="es-ES" sz="1400" dirty="0"/>
                  <a:t> y </a:t>
                </a:r>
                <a:r>
                  <a:rPr lang="es-ES" sz="1400" b="1" dirty="0"/>
                  <a:t>tanh</a:t>
                </a:r>
                <a:r>
                  <a:rPr lang="es-ES" sz="1400" dirty="0"/>
                  <a:t> por </a:t>
                </a:r>
                <a:r>
                  <a:rPr lang="es-ES" sz="1400" b="1" dirty="0"/>
                  <a:t>ReLU</a:t>
                </a:r>
                <a:r>
                  <a:rPr lang="es-ES" sz="1400" dirty="0"/>
                  <a:t>, acelerando el entrenamiento.</a:t>
                </a:r>
              </a:p>
              <a:p>
                <a:pPr lvl="1"/>
                <a:r>
                  <a:rPr lang="es-ES" sz="1400" dirty="0"/>
                  <a:t>Introdujo </a:t>
                </a:r>
                <a:r>
                  <a:rPr lang="es-ES" sz="1400" b="1" dirty="0"/>
                  <a:t>Dropout</a:t>
                </a:r>
                <a:r>
                  <a:rPr lang="es-ES" sz="1400" dirty="0"/>
                  <a:t> (</a:t>
                </a:r>
                <a14:m>
                  <m:oMath xmlns:m="http://schemas.openxmlformats.org/officeDocument/2006/math">
                    <m:r>
                      <a:rPr lang="es-ES" sz="1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ES" sz="1400" i="1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s-ES" sz="1400" dirty="0"/>
                  <a:t>) para evitar el </a:t>
                </a:r>
                <a:r>
                  <a:rPr lang="es-ES" sz="1400" b="1" dirty="0"/>
                  <a:t>sobreajuste</a:t>
                </a:r>
                <a:r>
                  <a:rPr lang="es-ES" sz="1400" dirty="0"/>
                  <a:t> en capas densas.</a:t>
                </a:r>
              </a:p>
              <a:p>
                <a:pPr lvl="1"/>
                <a:r>
                  <a:rPr lang="es-ES" sz="1400" dirty="0"/>
                  <a:t>Aplico </a:t>
                </a:r>
                <a:r>
                  <a:rPr lang="es-ES" sz="1400" b="1" dirty="0"/>
                  <a:t>Data Augmentation </a:t>
                </a:r>
                <a:r>
                  <a:rPr lang="es-ES" sz="1400" dirty="0"/>
                  <a:t>sobre el dataset para </a:t>
                </a:r>
                <a:r>
                  <a:rPr lang="es-ES" sz="1400" b="1" dirty="0"/>
                  <a:t>mejorar la generalización</a:t>
                </a:r>
                <a:r>
                  <a:rPr lang="es-ES" sz="1400" dirty="0"/>
                  <a:t>.</a:t>
                </a:r>
                <a:endParaRPr lang="es-ES" sz="1400" b="1" dirty="0"/>
              </a:p>
              <a:p>
                <a:pPr lvl="1"/>
                <a:endParaRPr lang="es-ES" sz="1400" dirty="0"/>
              </a:p>
              <a:p>
                <a:endParaRPr lang="es-ES" sz="1400" dirty="0"/>
              </a:p>
            </p:txBody>
          </p:sp>
        </mc:Choice>
        <mc:Fallback xmlns=""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CC19B674-439D-4F57-78A4-4933E04556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19" y="2060848"/>
                <a:ext cx="8605935" cy="4680519"/>
              </a:xfrm>
              <a:blipFill>
                <a:blip r:embed="rId2"/>
                <a:stretch>
                  <a:fillRect t="-391" r="-14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B101BC4-4036-C983-8F7C-0D8B6889C8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5.- C</a:t>
            </a:r>
            <a:r>
              <a:rPr lang="es-ES" dirty="0"/>
              <a:t>NN</a:t>
            </a:r>
            <a:endParaRPr lang="es-ES" noProof="1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482EDA4-60DF-F1AA-3672-222B4C78D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AlexNet y el Impacto de ImageNet</a:t>
            </a:r>
            <a:endParaRPr lang="es-ES" noProof="1"/>
          </a:p>
        </p:txBody>
      </p:sp>
      <p:pic>
        <p:nvPicPr>
          <p:cNvPr id="9" name="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03CFFE88-84C4-B2F1-1FF3-C2E53E73F2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793" y="4725143"/>
            <a:ext cx="4088661" cy="1968397"/>
          </a:xfrm>
          <a:prstGeom prst="rect">
            <a:avLst/>
          </a:prstGeom>
        </p:spPr>
      </p:pic>
      <p:sp>
        <p:nvSpPr>
          <p:cNvPr id="12" name="Marcador de contenido 1">
            <a:extLst>
              <a:ext uri="{FF2B5EF4-FFF2-40B4-BE49-F238E27FC236}">
                <a16:creationId xmlns:a16="http://schemas.microsoft.com/office/drawing/2014/main" id="{BEA6125D-D90A-B315-714D-7043BDFEC340}"/>
              </a:ext>
            </a:extLst>
          </p:cNvPr>
          <p:cNvSpPr txBox="1">
            <a:spLocks/>
          </p:cNvSpPr>
          <p:nvPr/>
        </p:nvSpPr>
        <p:spPr>
          <a:xfrm>
            <a:off x="250758" y="5001678"/>
            <a:ext cx="4518035" cy="1415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s-ES" sz="1500" b="1" dirty="0"/>
              <a:t>Arquitectura General de AlexNet</a:t>
            </a:r>
            <a:r>
              <a:rPr lang="es-ES" sz="1500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5 capas convolucionales + 3 densas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Activación </a:t>
            </a:r>
            <a:r>
              <a:rPr lang="es-ES" sz="1400" b="1" dirty="0"/>
              <a:t>ReLU</a:t>
            </a:r>
            <a:r>
              <a:rPr lang="es-ES" sz="1400" dirty="0"/>
              <a:t> en todas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b="1" dirty="0"/>
              <a:t>MaxPooling</a:t>
            </a:r>
            <a:r>
              <a:rPr lang="es-ES" sz="1400" dirty="0"/>
              <a:t> entre capas convolucionales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b="1" dirty="0"/>
              <a:t>Softmax</a:t>
            </a:r>
            <a:r>
              <a:rPr lang="es-ES" sz="1400" dirty="0"/>
              <a:t> final para clasificación de 1000 clases</a:t>
            </a:r>
          </a:p>
        </p:txBody>
      </p:sp>
    </p:spTree>
    <p:extLst>
      <p:ext uri="{BB962C8B-B14F-4D97-AF65-F5344CB8AC3E}">
        <p14:creationId xmlns:p14="http://schemas.microsoft.com/office/powerpoint/2010/main" val="868264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AFA55-03E7-F828-D690-D4C95201F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DA8EE096-7F2A-119F-2DD9-DA23C6439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060848"/>
            <a:ext cx="8605935" cy="46805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La </a:t>
            </a:r>
            <a:r>
              <a:rPr lang="es-ES" sz="1600" b="1" dirty="0"/>
              <a:t>capa convolucional (Conv2D)</a:t>
            </a:r>
            <a:r>
              <a:rPr lang="es-ES" sz="1600" dirty="0"/>
              <a:t> es el núcleo de una CNN.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Su función es </a:t>
            </a:r>
            <a:r>
              <a:rPr lang="es-ES" sz="1600" b="1" dirty="0"/>
              <a:t>extraer características locales</a:t>
            </a:r>
            <a:r>
              <a:rPr lang="es-ES" sz="1600" dirty="0"/>
              <a:t> (patrones visuales) a partir de la imagen de entrada.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600" b="1" dirty="0"/>
              <a:t>Parámetros principales: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 err="1">
                <a:highlight>
                  <a:srgbClr val="C0C0C0"/>
                </a:highlight>
                <a:latin typeface="Consolas" panose="020B0609020204030204" pitchFamily="49" charset="0"/>
              </a:rPr>
              <a:t>filters</a:t>
            </a:r>
            <a:r>
              <a:rPr lang="es-ES" sz="1400" dirty="0"/>
              <a:t>: Número de mapas de características que la capa aprenderá (por ejemplo, 32 o 64). Cada filtro detecta un patrón distinto.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 err="1">
                <a:highlight>
                  <a:srgbClr val="C0C0C0"/>
                </a:highlight>
                <a:latin typeface="Consolas" panose="020B0609020204030204" pitchFamily="49" charset="0"/>
              </a:rPr>
              <a:t>kernel_size</a:t>
            </a:r>
            <a:r>
              <a:rPr lang="es-ES" sz="1400" dirty="0"/>
              <a:t>: Tamaño del filtro (normalmente 3×3 o 5×5). Determina cuánta “vecindad” observa el filtro.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 err="1">
                <a:highlight>
                  <a:srgbClr val="C0C0C0"/>
                </a:highlight>
                <a:latin typeface="Consolas" panose="020B0609020204030204" pitchFamily="49" charset="0"/>
              </a:rPr>
              <a:t>stride</a:t>
            </a:r>
            <a:r>
              <a:rPr lang="es-ES" sz="1400" dirty="0"/>
              <a:t>: Tamaño del paso con el que el filtro se desplaza sobre la imagen. </a:t>
            </a:r>
            <a:r>
              <a:rPr lang="es-ES" sz="1400" dirty="0" err="1"/>
              <a:t>Strides</a:t>
            </a:r>
            <a:r>
              <a:rPr lang="es-ES" sz="1400" dirty="0"/>
              <a:t> mayores → salida más pequeña.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>
                <a:highlight>
                  <a:srgbClr val="C0C0C0"/>
                </a:highlight>
                <a:latin typeface="Consolas" panose="020B0609020204030204" pitchFamily="49" charset="0"/>
              </a:rPr>
              <a:t>padding</a:t>
            </a:r>
            <a:r>
              <a:rPr lang="es-ES" sz="1400" dirty="0"/>
              <a:t>: Controla si se añade borde a la imagen: </a:t>
            </a:r>
            <a:r>
              <a:rPr lang="es-ES" sz="1400" dirty="0">
                <a:highlight>
                  <a:srgbClr val="C0C0C0"/>
                </a:highlight>
                <a:latin typeface="Consolas" panose="020B0609020204030204" pitchFamily="49" charset="0"/>
              </a:rPr>
              <a:t>"</a:t>
            </a:r>
            <a:r>
              <a:rPr lang="es-ES" sz="1400" dirty="0" err="1">
                <a:highlight>
                  <a:srgbClr val="C0C0C0"/>
                </a:highlight>
                <a:latin typeface="Consolas" panose="020B0609020204030204" pitchFamily="49" charset="0"/>
              </a:rPr>
              <a:t>same</a:t>
            </a:r>
            <a:r>
              <a:rPr lang="es-ES" sz="1400" dirty="0">
                <a:highlight>
                  <a:srgbClr val="C0C0C0"/>
                </a:highlight>
                <a:latin typeface="Consolas" panose="020B0609020204030204" pitchFamily="49" charset="0"/>
              </a:rPr>
              <a:t>"</a:t>
            </a:r>
            <a:r>
              <a:rPr lang="es-ES" sz="1400" dirty="0">
                <a:latin typeface="Consolas" panose="020B0609020204030204" pitchFamily="49" charset="0"/>
              </a:rPr>
              <a:t> </a:t>
            </a:r>
            <a:r>
              <a:rPr lang="es-ES" sz="1400" dirty="0"/>
              <a:t>mantiene el tamaño original, </a:t>
            </a:r>
            <a:r>
              <a:rPr lang="es-ES" sz="1400" dirty="0">
                <a:highlight>
                  <a:srgbClr val="C0C0C0"/>
                </a:highlight>
                <a:latin typeface="Consolas" panose="020B0609020204030204" pitchFamily="49" charset="0"/>
              </a:rPr>
              <a:t>"</a:t>
            </a:r>
            <a:r>
              <a:rPr lang="es-ES" sz="1400" dirty="0" err="1">
                <a:highlight>
                  <a:srgbClr val="C0C0C0"/>
                </a:highlight>
                <a:latin typeface="Consolas" panose="020B0609020204030204" pitchFamily="49" charset="0"/>
              </a:rPr>
              <a:t>valid</a:t>
            </a:r>
            <a:r>
              <a:rPr lang="es-ES" sz="1400" dirty="0">
                <a:highlight>
                  <a:srgbClr val="C0C0C0"/>
                </a:highlight>
                <a:latin typeface="Consolas" panose="020B0609020204030204" pitchFamily="49" charset="0"/>
              </a:rPr>
              <a:t>"</a:t>
            </a:r>
            <a:r>
              <a:rPr lang="es-ES" sz="1400" dirty="0">
                <a:latin typeface="Consolas" panose="020B0609020204030204" pitchFamily="49" charset="0"/>
              </a:rPr>
              <a:t> </a:t>
            </a:r>
            <a:r>
              <a:rPr lang="es-ES" sz="1400" dirty="0"/>
              <a:t>lo reduce.</a:t>
            </a:r>
            <a:endParaRPr lang="es-ES" sz="16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8A79832-48BE-278D-A73C-632695D48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5.- C</a:t>
            </a:r>
            <a:r>
              <a:rPr lang="es-ES" dirty="0"/>
              <a:t>NN</a:t>
            </a:r>
            <a:endParaRPr lang="es-ES" noProof="1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82D7380-538B-3906-0266-9CA899ED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Detalles de Conv2D</a:t>
            </a:r>
            <a:endParaRPr lang="es-ES" noProof="1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23C53E3-5D69-C954-A0D0-8704718F3411}"/>
              </a:ext>
            </a:extLst>
          </p:cNvPr>
          <p:cNvSpPr txBox="1"/>
          <p:nvPr/>
        </p:nvSpPr>
        <p:spPr>
          <a:xfrm>
            <a:off x="269032" y="5202907"/>
            <a:ext cx="8570908" cy="160043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keras.layers.Conv2D(</a:t>
            </a:r>
          </a:p>
          <a:p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    filters=</a:t>
            </a:r>
            <a:r>
              <a:rPr lang="en-US" sz="1400" noProof="1">
                <a:solidFill>
                  <a:srgbClr val="FF0066"/>
                </a:solidFill>
                <a:latin typeface="Consolas" panose="020B0609020204030204" pitchFamily="49" charset="0"/>
              </a:rPr>
              <a:t>32</a:t>
            </a:r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    kernel_size=(</a:t>
            </a:r>
            <a:r>
              <a:rPr lang="en-US" sz="1400" noProof="1">
                <a:solidFill>
                  <a:srgbClr val="FF0066"/>
                </a:solidFill>
                <a:latin typeface="Consolas" panose="020B0609020204030204" pitchFamily="49" charset="0"/>
              </a:rPr>
              <a:t>3</a:t>
            </a:r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400" noProof="1">
                <a:solidFill>
                  <a:srgbClr val="FF0066"/>
                </a:solidFill>
                <a:latin typeface="Consolas" panose="020B0609020204030204" pitchFamily="49" charset="0"/>
              </a:rPr>
              <a:t>3</a:t>
            </a:r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    strides=</a:t>
            </a:r>
            <a:r>
              <a:rPr lang="en-US" sz="1400" noProof="1">
                <a:solidFill>
                  <a:srgbClr val="FF0066"/>
                </a:solidFill>
                <a:latin typeface="Consolas" panose="020B0609020204030204" pitchFamily="49" charset="0"/>
              </a:rPr>
              <a:t>1</a:t>
            </a:r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    padding=</a:t>
            </a:r>
            <a:r>
              <a:rPr lang="en-US" sz="1400" noProof="1">
                <a:solidFill>
                  <a:srgbClr val="00B050"/>
                </a:solidFill>
                <a:latin typeface="Consolas" panose="020B0609020204030204" pitchFamily="49" charset="0"/>
              </a:rPr>
              <a:t>'same'</a:t>
            </a:r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    activation=</a:t>
            </a:r>
            <a:r>
              <a:rPr lang="en-US" sz="1400" noProof="1">
                <a:solidFill>
                  <a:srgbClr val="00B050"/>
                </a:solidFill>
                <a:latin typeface="Consolas" panose="020B0609020204030204" pitchFamily="49" charset="0"/>
              </a:rPr>
              <a:t>'relu'</a:t>
            </a:r>
          </a:p>
          <a:p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72791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59355-1946-C63E-EA70-0A5D521AB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CFAB4DEA-458E-A69F-FD07-F2D983FB2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204864"/>
            <a:ext cx="8605935" cy="453650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La </a:t>
            </a:r>
            <a:r>
              <a:rPr lang="es-ES" sz="1600" b="1" dirty="0"/>
              <a:t>capa de pooling </a:t>
            </a:r>
            <a:r>
              <a:rPr lang="es-ES" sz="1600" dirty="0"/>
              <a:t>reduce el tamaño de los mapas de características, manteniendo solo la información más relevante.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No tiene parámetros entrenables.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600" b="1" dirty="0"/>
              <a:t>MaxPooling</a:t>
            </a:r>
            <a:r>
              <a:rPr lang="es-ES" sz="1600" dirty="0"/>
              <a:t> (</a:t>
            </a:r>
            <a:r>
              <a:rPr lang="es-ES" sz="1600" dirty="0">
                <a:highlight>
                  <a:srgbClr val="C0C0C0"/>
                </a:highlight>
                <a:latin typeface="Consolas" panose="020B0609020204030204" pitchFamily="49" charset="0"/>
              </a:rPr>
              <a:t>MaxPooling2D</a:t>
            </a:r>
            <a:r>
              <a:rPr lang="es-ES" sz="1600" dirty="0"/>
              <a:t>):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Divide la imagen en bloques (por ejemplo 2×2) y toma el valor máximo de cada bloque.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Mantiene las características más importantes y descarta ruido.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7958819-F202-EA14-4EC1-C96B7F8CA3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5.- C</a:t>
            </a:r>
            <a:r>
              <a:rPr lang="es-ES" dirty="0"/>
              <a:t>NN</a:t>
            </a:r>
            <a:endParaRPr lang="es-ES" noProof="1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1150B5-60E9-DDB5-9A54-813604E5C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MaxPooling y Reducción Espacial</a:t>
            </a:r>
            <a:endParaRPr lang="es-ES" noProof="1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69FA9A7-950D-EACD-EEDB-FBC8155CD5A3}"/>
              </a:ext>
            </a:extLst>
          </p:cNvPr>
          <p:cNvSpPr txBox="1"/>
          <p:nvPr/>
        </p:nvSpPr>
        <p:spPr>
          <a:xfrm>
            <a:off x="269032" y="4034768"/>
            <a:ext cx="8570908" cy="3077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keras.layers.MaxPooling2D(pool_size=(</a:t>
            </a:r>
            <a:r>
              <a:rPr lang="en-US" sz="1400" noProof="1">
                <a:solidFill>
                  <a:srgbClr val="FF0066"/>
                </a:solidFill>
                <a:latin typeface="Consolas" panose="020B0609020204030204" pitchFamily="49" charset="0"/>
              </a:rPr>
              <a:t>2</a:t>
            </a:r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400" noProof="1">
                <a:solidFill>
                  <a:srgbClr val="FF0066"/>
                </a:solidFill>
                <a:latin typeface="Consolas" panose="020B0609020204030204" pitchFamily="49" charset="0"/>
              </a:rPr>
              <a:t>2</a:t>
            </a:r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), strides=</a:t>
            </a:r>
            <a:r>
              <a:rPr lang="en-US" sz="1400" noProof="1">
                <a:solidFill>
                  <a:srgbClr val="FF0066"/>
                </a:solidFill>
                <a:latin typeface="Consolas" panose="020B0609020204030204" pitchFamily="49" charset="0"/>
              </a:rPr>
              <a:t>2</a:t>
            </a:r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6" name="Imagen 5" descr="Imagen que contiene biombo, juego, texto, reloj&#10;&#10;El contenido generado por IA puede ser incorrecto.">
            <a:extLst>
              <a:ext uri="{FF2B5EF4-FFF2-40B4-BE49-F238E27FC236}">
                <a16:creationId xmlns:a16="http://schemas.microsoft.com/office/drawing/2014/main" id="{5E2167CD-72D9-0F6E-157D-5A84C8778D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44" r="17470"/>
          <a:stretch>
            <a:fillRect/>
          </a:stretch>
        </p:blipFill>
        <p:spPr>
          <a:xfrm>
            <a:off x="3834470" y="4763517"/>
            <a:ext cx="2393651" cy="1651442"/>
          </a:xfrm>
          <a:prstGeom prst="rect">
            <a:avLst/>
          </a:prstGeom>
        </p:spPr>
      </p:pic>
      <p:pic>
        <p:nvPicPr>
          <p:cNvPr id="9" name="Imagen 8" descr="Imagen que contiene reloj, objeto&#10;&#10;El contenido generado por IA puede ser incorrecto.">
            <a:extLst>
              <a:ext uri="{FF2B5EF4-FFF2-40B4-BE49-F238E27FC236}">
                <a16:creationId xmlns:a16="http://schemas.microsoft.com/office/drawing/2014/main" id="{773DDE51-7683-4F71-6BC3-2DF9245F36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687" y="4558569"/>
            <a:ext cx="2609675" cy="2061339"/>
          </a:xfrm>
          <a:prstGeom prst="rect">
            <a:avLst/>
          </a:prstGeom>
        </p:spPr>
      </p:pic>
      <p:sp>
        <p:nvSpPr>
          <p:cNvPr id="10" name="Marcador de contenido 1">
            <a:extLst>
              <a:ext uri="{FF2B5EF4-FFF2-40B4-BE49-F238E27FC236}">
                <a16:creationId xmlns:a16="http://schemas.microsoft.com/office/drawing/2014/main" id="{9A6F6E34-FC82-4095-3E3C-46617068CFCE}"/>
              </a:ext>
            </a:extLst>
          </p:cNvPr>
          <p:cNvSpPr txBox="1">
            <a:spLocks/>
          </p:cNvSpPr>
          <p:nvPr/>
        </p:nvSpPr>
        <p:spPr>
          <a:xfrm>
            <a:off x="251519" y="4586321"/>
            <a:ext cx="3456385" cy="2005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s-ES" sz="1600" b="1" dirty="0"/>
              <a:t>Ventajas</a:t>
            </a:r>
            <a:r>
              <a:rPr lang="es-ES" sz="1600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Reduce el </a:t>
            </a:r>
            <a:r>
              <a:rPr lang="es-ES" sz="1400" b="1" dirty="0"/>
              <a:t>cómputo</a:t>
            </a:r>
            <a:r>
              <a:rPr lang="es-ES" sz="1400" dirty="0"/>
              <a:t> y la </a:t>
            </a:r>
            <a:r>
              <a:rPr lang="es-ES" sz="1400" b="1" dirty="0"/>
              <a:t>memoria</a:t>
            </a:r>
            <a:r>
              <a:rPr lang="es-ES" sz="1400" dirty="0"/>
              <a:t> necesarias.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Introduce </a:t>
            </a:r>
            <a:r>
              <a:rPr lang="es-ES" sz="1400" b="1" dirty="0"/>
              <a:t>invariancia a pequeñas traslaciones</a:t>
            </a:r>
            <a:r>
              <a:rPr lang="es-ES" sz="1400" dirty="0"/>
              <a:t> (la posición exacta del rasgo deja de ser crítica).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Ayuda a </a:t>
            </a:r>
            <a:r>
              <a:rPr lang="es-ES" sz="1400" b="1" dirty="0"/>
              <a:t>evitar el sobreajuste</a:t>
            </a:r>
            <a:r>
              <a:rPr lang="es-E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9538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DA2E1-A676-C20C-F1B0-CD1A395B2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2BC8FBDE-A4E8-41A8-00CB-F4C7785EC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132856"/>
            <a:ext cx="8605935" cy="46085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El </a:t>
            </a:r>
            <a:r>
              <a:rPr lang="es-ES" sz="1600" b="1" dirty="0"/>
              <a:t>data augmentation </a:t>
            </a:r>
            <a:r>
              <a:rPr lang="es-ES" sz="1600" dirty="0"/>
              <a:t>permite </a:t>
            </a:r>
            <a:r>
              <a:rPr lang="es-ES" sz="1600" b="1" dirty="0"/>
              <a:t>aumentar la variedad de datos de entrenamiento </a:t>
            </a:r>
            <a:r>
              <a:rPr lang="es-ES" sz="1600" dirty="0"/>
              <a:t>sin recolectar más imágenes, generando variaciones realistas.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Esto mejora la </a:t>
            </a:r>
            <a:r>
              <a:rPr lang="es-ES" sz="1600" b="1" dirty="0"/>
              <a:t>generalización</a:t>
            </a:r>
            <a:r>
              <a:rPr lang="es-ES" sz="1600" dirty="0"/>
              <a:t> y reduce el </a:t>
            </a:r>
            <a:r>
              <a:rPr lang="es-ES" sz="1600" b="1" dirty="0"/>
              <a:t>sobreajuste</a:t>
            </a:r>
            <a:r>
              <a:rPr lang="es-ES" sz="1600" dirty="0"/>
              <a:t>.</a:t>
            </a:r>
            <a:endParaRPr lang="es-ES" sz="14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7FF542E-6221-0D90-E50B-CC9BA5DF43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5.- C</a:t>
            </a:r>
            <a:r>
              <a:rPr lang="es-ES" dirty="0"/>
              <a:t>NN</a:t>
            </a:r>
            <a:endParaRPr lang="es-ES" noProof="1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3236341-1E6C-0D5A-9626-78CF166B0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Data Augmentation</a:t>
            </a:r>
            <a:endParaRPr lang="es-ES" noProof="1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D1DBF1A-7F51-2B32-5B19-14FCB4F9A27C}"/>
              </a:ext>
            </a:extLst>
          </p:cNvPr>
          <p:cNvSpPr txBox="1"/>
          <p:nvPr/>
        </p:nvSpPr>
        <p:spPr>
          <a:xfrm>
            <a:off x="251519" y="3186842"/>
            <a:ext cx="5528179" cy="17543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noProof="1">
                <a:solidFill>
                  <a:srgbClr val="00B0F0"/>
                </a:solidFill>
                <a:latin typeface="Consolas" panose="020B0609020204030204" pitchFamily="49" charset="0"/>
              </a:rPr>
              <a:t>from</a:t>
            </a:r>
            <a:r>
              <a:rPr lang="en-US" sz="1200" noProof="1">
                <a:solidFill>
                  <a:schemeClr val="bg1"/>
                </a:solidFill>
                <a:latin typeface="Consolas" panose="020B0609020204030204" pitchFamily="49" charset="0"/>
              </a:rPr>
              <a:t> keras.preprocessing.image </a:t>
            </a:r>
            <a:r>
              <a:rPr lang="en-US" sz="12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n-US" sz="1200" noProof="1">
                <a:solidFill>
                  <a:schemeClr val="bg1"/>
                </a:solidFill>
                <a:latin typeface="Consolas" panose="020B0609020204030204" pitchFamily="49" charset="0"/>
              </a:rPr>
              <a:t> ImageDataGenerator</a:t>
            </a:r>
          </a:p>
          <a:p>
            <a:endParaRPr lang="en-US" sz="12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200" noProof="1">
                <a:solidFill>
                  <a:schemeClr val="bg1"/>
                </a:solidFill>
                <a:latin typeface="Consolas" panose="020B0609020204030204" pitchFamily="49" charset="0"/>
              </a:rPr>
              <a:t>datagen = ImageDataGenerator(</a:t>
            </a:r>
          </a:p>
          <a:p>
            <a:r>
              <a:rPr lang="en-US" sz="1200" noProof="1">
                <a:solidFill>
                  <a:schemeClr val="bg1"/>
                </a:solidFill>
                <a:latin typeface="Consolas" panose="020B0609020204030204" pitchFamily="49" charset="0"/>
              </a:rPr>
              <a:t>    rotation_range=</a:t>
            </a:r>
            <a:r>
              <a:rPr lang="en-US" sz="1200" noProof="1">
                <a:solidFill>
                  <a:srgbClr val="FF0066"/>
                </a:solidFill>
                <a:latin typeface="Consolas" panose="020B0609020204030204" pitchFamily="49" charset="0"/>
              </a:rPr>
              <a:t>20</a:t>
            </a:r>
            <a:r>
              <a:rPr lang="en-US" sz="1200" noProof="1">
                <a:solidFill>
                  <a:schemeClr val="bg1"/>
                </a:solidFill>
                <a:latin typeface="Consolas" panose="020B0609020204030204" pitchFamily="49" charset="0"/>
              </a:rPr>
              <a:t>,       </a:t>
            </a:r>
            <a:r>
              <a:rPr lang="en-US" sz="12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rotación aleatoria</a:t>
            </a:r>
          </a:p>
          <a:p>
            <a:r>
              <a:rPr lang="en-US" sz="1200" noProof="1">
                <a:solidFill>
                  <a:schemeClr val="bg1"/>
                </a:solidFill>
                <a:latin typeface="Consolas" panose="020B0609020204030204" pitchFamily="49" charset="0"/>
              </a:rPr>
              <a:t>    width_shift_range=</a:t>
            </a:r>
            <a:r>
              <a:rPr lang="en-US" sz="1200" noProof="1">
                <a:solidFill>
                  <a:srgbClr val="FF0066"/>
                </a:solidFill>
                <a:latin typeface="Consolas" panose="020B0609020204030204" pitchFamily="49" charset="0"/>
              </a:rPr>
              <a:t>0.1</a:t>
            </a:r>
            <a:r>
              <a:rPr lang="en-US" sz="1200" noProof="1">
                <a:solidFill>
                  <a:schemeClr val="bg1"/>
                </a:solidFill>
                <a:latin typeface="Consolas" panose="020B0609020204030204" pitchFamily="49" charset="0"/>
              </a:rPr>
              <a:t>,   </a:t>
            </a:r>
            <a:r>
              <a:rPr lang="en-US" sz="12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desplazamiento horizontal</a:t>
            </a:r>
          </a:p>
          <a:p>
            <a:r>
              <a:rPr lang="en-US" sz="1200" noProof="1">
                <a:solidFill>
                  <a:schemeClr val="bg1"/>
                </a:solidFill>
                <a:latin typeface="Consolas" panose="020B0609020204030204" pitchFamily="49" charset="0"/>
              </a:rPr>
              <a:t>    height_shift_range=</a:t>
            </a:r>
            <a:r>
              <a:rPr lang="en-US" sz="1200" noProof="1">
                <a:solidFill>
                  <a:srgbClr val="FF0066"/>
                </a:solidFill>
                <a:latin typeface="Consolas" panose="020B0609020204030204" pitchFamily="49" charset="0"/>
              </a:rPr>
              <a:t>0.1</a:t>
            </a:r>
            <a:r>
              <a:rPr lang="en-US" sz="1200" noProof="1">
                <a:solidFill>
                  <a:schemeClr val="bg1"/>
                </a:solidFill>
                <a:latin typeface="Consolas" panose="020B0609020204030204" pitchFamily="49" charset="0"/>
              </a:rPr>
              <a:t>,  </a:t>
            </a:r>
            <a:r>
              <a:rPr lang="en-US" sz="12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desplazamiento vertical</a:t>
            </a:r>
          </a:p>
          <a:p>
            <a:r>
              <a:rPr lang="en-US" sz="1200" noProof="1">
                <a:solidFill>
                  <a:schemeClr val="bg1"/>
                </a:solidFill>
                <a:latin typeface="Consolas" panose="020B0609020204030204" pitchFamily="49" charset="0"/>
              </a:rPr>
              <a:t>    zoom_range=</a:t>
            </a:r>
            <a:r>
              <a:rPr lang="en-US" sz="1200" noProof="1">
                <a:solidFill>
                  <a:srgbClr val="FF0066"/>
                </a:solidFill>
                <a:latin typeface="Consolas" panose="020B0609020204030204" pitchFamily="49" charset="0"/>
              </a:rPr>
              <a:t>0.1</a:t>
            </a:r>
            <a:r>
              <a:rPr lang="en-US" sz="1200" noProof="1">
                <a:solidFill>
                  <a:schemeClr val="bg1"/>
                </a:solidFill>
                <a:latin typeface="Consolas" panose="020B0609020204030204" pitchFamily="49" charset="0"/>
              </a:rPr>
              <a:t>,          </a:t>
            </a:r>
            <a:r>
              <a:rPr lang="en-US" sz="12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zoom</a:t>
            </a:r>
          </a:p>
          <a:p>
            <a:r>
              <a:rPr lang="en-US" sz="1200" noProof="1">
                <a:solidFill>
                  <a:schemeClr val="bg1"/>
                </a:solidFill>
                <a:latin typeface="Consolas" panose="020B0609020204030204" pitchFamily="49" charset="0"/>
              </a:rPr>
              <a:t>    horizontal_flip=</a:t>
            </a:r>
            <a:r>
              <a:rPr lang="en-US" sz="1200" noProof="1">
                <a:solidFill>
                  <a:srgbClr val="00B0F0"/>
                </a:solidFill>
                <a:latin typeface="Consolas" panose="020B0609020204030204" pitchFamily="49" charset="0"/>
              </a:rPr>
              <a:t>True</a:t>
            </a:r>
            <a:r>
              <a:rPr lang="en-US" sz="1200" noProof="1">
                <a:solidFill>
                  <a:schemeClr val="bg1"/>
                </a:solidFill>
                <a:latin typeface="Consolas" panose="020B0609020204030204" pitchFamily="49" charset="0"/>
              </a:rPr>
              <a:t>     </a:t>
            </a:r>
            <a:r>
              <a:rPr lang="en-US" sz="12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volteo horizontal</a:t>
            </a:r>
          </a:p>
          <a:p>
            <a:r>
              <a:rPr lang="en-US" sz="1200" noProof="1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8" name="Imagen 7" descr="Aplicación&#10;&#10;El contenido generado por IA puede ser incorrecto.">
            <a:extLst>
              <a:ext uri="{FF2B5EF4-FFF2-40B4-BE49-F238E27FC236}">
                <a16:creationId xmlns:a16="http://schemas.microsoft.com/office/drawing/2014/main" id="{77A34FCE-A18D-B482-3903-279C828E4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4744244"/>
            <a:ext cx="2658678" cy="1983783"/>
          </a:xfrm>
          <a:prstGeom prst="rect">
            <a:avLst/>
          </a:prstGeom>
        </p:spPr>
      </p:pic>
      <p:pic>
        <p:nvPicPr>
          <p:cNvPr id="12" name="Imagen 11" descr="Interfaz de usuario gráfica, Aplicación, PowerPoint&#10;&#10;El contenido generado por IA puede ser incorrecto.">
            <a:extLst>
              <a:ext uri="{FF2B5EF4-FFF2-40B4-BE49-F238E27FC236}">
                <a16:creationId xmlns:a16="http://schemas.microsoft.com/office/drawing/2014/main" id="{EFA18C89-82BF-7442-CCEA-FAA0F15618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4" t="9488" r="7679" b="3385"/>
          <a:stretch>
            <a:fillRect/>
          </a:stretch>
        </p:blipFill>
        <p:spPr>
          <a:xfrm>
            <a:off x="6084168" y="2630112"/>
            <a:ext cx="2658679" cy="1983783"/>
          </a:xfrm>
          <a:prstGeom prst="rect">
            <a:avLst/>
          </a:prstGeom>
        </p:spPr>
      </p:pic>
      <p:sp>
        <p:nvSpPr>
          <p:cNvPr id="13" name="Marcador de contenido 1">
            <a:extLst>
              <a:ext uri="{FF2B5EF4-FFF2-40B4-BE49-F238E27FC236}">
                <a16:creationId xmlns:a16="http://schemas.microsoft.com/office/drawing/2014/main" id="{0BB0E41B-D2C2-0B12-B3EC-360A77584602}"/>
              </a:ext>
            </a:extLst>
          </p:cNvPr>
          <p:cNvSpPr txBox="1">
            <a:spLocks/>
          </p:cNvSpPr>
          <p:nvPr/>
        </p:nvSpPr>
        <p:spPr>
          <a:xfrm>
            <a:off x="241162" y="5121188"/>
            <a:ext cx="5718041" cy="1440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s-ES" sz="1600" b="1" dirty="0"/>
              <a:t>Beneficios: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Simula distintas </a:t>
            </a:r>
            <a:r>
              <a:rPr lang="es-ES" sz="1400" b="1" dirty="0"/>
              <a:t>condiciones de captura </a:t>
            </a:r>
            <a:r>
              <a:rPr lang="es-ES" sz="1400" dirty="0"/>
              <a:t>(rotación, iluminación, perspectiva).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Hace al modelo </a:t>
            </a:r>
            <a:r>
              <a:rPr lang="es-ES" sz="1400" b="1" dirty="0"/>
              <a:t>más robusto ante ruido</a:t>
            </a:r>
            <a:r>
              <a:rPr lang="es-ES" sz="1400" dirty="0"/>
              <a:t> o variaciones reales.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b="1" dirty="0"/>
              <a:t>Reduce el sobreajuste </a:t>
            </a:r>
            <a:r>
              <a:rPr lang="es-ES" sz="1400" dirty="0"/>
              <a:t>en datasets pequeños</a:t>
            </a:r>
            <a:endParaRPr lang="es-ES" sz="1050" dirty="0"/>
          </a:p>
        </p:txBody>
      </p:sp>
    </p:spTree>
    <p:extLst>
      <p:ext uri="{BB962C8B-B14F-4D97-AF65-F5344CB8AC3E}">
        <p14:creationId xmlns:p14="http://schemas.microsoft.com/office/powerpoint/2010/main" val="1852393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5A4C6-2762-B8E9-DA8A-AF57CBC23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BB6D0B0-60B6-7642-1E9B-6DB37F8FB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578" y="2128317"/>
            <a:ext cx="8605935" cy="46085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Un modelo </a:t>
            </a:r>
            <a:r>
              <a:rPr lang="es-ES" sz="1600" b="1" dirty="0"/>
              <a:t>preentrenado</a:t>
            </a:r>
            <a:r>
              <a:rPr lang="es-ES" sz="1600" dirty="0"/>
              <a:t> es una red ya entrenada en un gran dataset (como </a:t>
            </a:r>
            <a:r>
              <a:rPr lang="es-ES" sz="1600" b="1" dirty="0"/>
              <a:t>ImageNet</a:t>
            </a:r>
            <a:r>
              <a:rPr lang="es-ES" sz="1600" dirty="0"/>
              <a:t>, con +1 millón de imágenes y 1000 clases).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Podemos </a:t>
            </a:r>
            <a:r>
              <a:rPr lang="es-ES" sz="1600" b="1" dirty="0"/>
              <a:t>reutilizar sus pesos </a:t>
            </a:r>
            <a:r>
              <a:rPr lang="es-ES" sz="1600" dirty="0"/>
              <a:t>para ahorrar tiempo y mejorar resultados en nuestro propio dataset.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1B9FF7C-19FD-955F-2590-B238CEFA12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5.- C</a:t>
            </a:r>
            <a:r>
              <a:rPr lang="es-ES" dirty="0"/>
              <a:t>NN</a:t>
            </a:r>
            <a:endParaRPr lang="es-ES" noProof="1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53B38FA-2404-ED68-995D-62B3D91E4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Modelos Preentrenados en Keras</a:t>
            </a:r>
            <a:endParaRPr lang="es-ES" noProof="1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0E158AF2-CBD5-70EF-7650-AC96F8571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666661"/>
              </p:ext>
            </p:extLst>
          </p:nvPr>
        </p:nvGraphicFramePr>
        <p:xfrm>
          <a:off x="250064" y="3284984"/>
          <a:ext cx="8605936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61696">
                  <a:extLst>
                    <a:ext uri="{9D8B030D-6E8A-4147-A177-3AD203B41FA5}">
                      <a16:colId xmlns:a16="http://schemas.microsoft.com/office/drawing/2014/main" val="3487665434"/>
                    </a:ext>
                  </a:extLst>
                </a:gridCol>
                <a:gridCol w="6444240">
                  <a:extLst>
                    <a:ext uri="{9D8B030D-6E8A-4147-A177-3AD203B41FA5}">
                      <a16:colId xmlns:a16="http://schemas.microsoft.com/office/drawing/2014/main" val="1497918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Modelo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Características Principales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093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VGG16 / VGG19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Arquitectura simple y profunda, fácil de entender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8677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ResNet50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Conexiones residuales, evita el gradiente desvanecido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0107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Xception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Convoluciones separables (más eficiente)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3526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EfficientNet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Escalado balanceado ancho/profundidad/resolución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336389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EB044F8B-70F5-574C-73CF-229F0708346E}"/>
              </a:ext>
            </a:extLst>
          </p:cNvPr>
          <p:cNvSpPr txBox="1"/>
          <p:nvPr/>
        </p:nvSpPr>
        <p:spPr>
          <a:xfrm>
            <a:off x="285092" y="5279484"/>
            <a:ext cx="8570908" cy="149271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from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 tensorflow.keras.applications </a:t>
            </a:r>
            <a:r>
              <a:rPr lang="en-U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 VGG16</a:t>
            </a:r>
          </a:p>
          <a:p>
            <a:endParaRPr lang="en-U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base_model = VGG16(weights=</a:t>
            </a:r>
            <a:r>
              <a:rPr lang="en-U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"imagenet"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include_top=</a:t>
            </a:r>
            <a:r>
              <a:rPr lang="en-U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False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input_shape=(</a:t>
            </a:r>
            <a:r>
              <a:rPr lang="en-US" sz="1300" noProof="1">
                <a:solidFill>
                  <a:srgbClr val="FF0066"/>
                </a:solidFill>
                <a:latin typeface="Consolas" panose="020B0609020204030204" pitchFamily="49" charset="0"/>
              </a:rPr>
              <a:t>224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  <a:r>
              <a:rPr lang="en-US" sz="1300" noProof="1">
                <a:solidFill>
                  <a:srgbClr val="FF0066"/>
                </a:solidFill>
                <a:latin typeface="Consolas" panose="020B0609020204030204" pitchFamily="49" charset="0"/>
              </a:rPr>
              <a:t>224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  <a:r>
              <a:rPr lang="en-US" sz="1300" noProof="1">
                <a:solidFill>
                  <a:srgbClr val="FF0066"/>
                </a:solidFill>
                <a:latin typeface="Consolas" panose="020B0609020204030204" pitchFamily="49" charset="0"/>
              </a:rPr>
              <a:t>3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))</a:t>
            </a:r>
          </a:p>
          <a:p>
            <a:endParaRPr lang="en-U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3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Congelar las capas base (no se reentrenan)</a:t>
            </a:r>
          </a:p>
          <a:p>
            <a:r>
              <a:rPr lang="en-U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for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 layer </a:t>
            </a:r>
            <a:r>
              <a:rPr lang="en-U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in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 base_model.layers:</a:t>
            </a:r>
          </a:p>
          <a:p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layer.trainable = </a:t>
            </a:r>
            <a:r>
              <a:rPr lang="en-U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518092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60A7D-BBBB-CB3F-8AC2-C9E74C3FF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153244D4-9A71-9B8D-A370-E7E007761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578" y="2128317"/>
            <a:ext cx="8605935" cy="46085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El </a:t>
            </a:r>
            <a:r>
              <a:rPr lang="es-ES" sz="1600" b="1" dirty="0"/>
              <a:t>Transfer Learning </a:t>
            </a:r>
            <a:r>
              <a:rPr lang="es-ES" sz="1600" dirty="0"/>
              <a:t>consiste en </a:t>
            </a:r>
            <a:r>
              <a:rPr lang="es-ES" sz="1600" b="1" dirty="0"/>
              <a:t>reutilizar el conocimiento aprendido</a:t>
            </a:r>
            <a:r>
              <a:rPr lang="es-ES" sz="1600" dirty="0"/>
              <a:t> por un modelo en una tarea (por ejemplo, clasificar perros y gatos) para </a:t>
            </a:r>
            <a:r>
              <a:rPr lang="es-ES" sz="1600" b="1" dirty="0"/>
              <a:t>resolver otra tarea similar</a:t>
            </a:r>
            <a:r>
              <a:rPr lang="es-ES" sz="1600" dirty="0"/>
              <a:t> (por ejemplo, clasificar razas de perro).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1600" b="1" dirty="0"/>
              <a:t>Cuándo usarlo</a:t>
            </a:r>
            <a:r>
              <a:rPr lang="es-ES" sz="1600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Dataset </a:t>
            </a:r>
            <a:r>
              <a:rPr lang="es-ES" sz="1400" b="1" dirty="0"/>
              <a:t>pequeño o costoso de etiquetar</a:t>
            </a:r>
            <a:r>
              <a:rPr lang="es-ES" sz="14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Problema </a:t>
            </a:r>
            <a:r>
              <a:rPr lang="es-ES" sz="1400" b="1" dirty="0"/>
              <a:t>similar al original </a:t>
            </a:r>
            <a:r>
              <a:rPr lang="es-ES" sz="1400" dirty="0"/>
              <a:t>del modelo (por ejemplo, objetos reales → objetos reales).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Cuando quieres resultados rápidos sin entrenar desde cero.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097E45D-5209-B7A3-5E96-09A19A26EB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5.- C</a:t>
            </a:r>
            <a:r>
              <a:rPr lang="es-ES" dirty="0"/>
              <a:t>NN</a:t>
            </a:r>
            <a:endParaRPr lang="es-ES" noProof="1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E7116E0-BDE3-8F8D-EF41-00069ABE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Transfer Learning</a:t>
            </a:r>
            <a:endParaRPr lang="es-ES" noProof="1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7C2B0FF-84AB-6E2C-4A90-B00D4B049B55}"/>
              </a:ext>
            </a:extLst>
          </p:cNvPr>
          <p:cNvSpPr txBox="1"/>
          <p:nvPr/>
        </p:nvSpPr>
        <p:spPr>
          <a:xfrm>
            <a:off x="286546" y="4279595"/>
            <a:ext cx="8570908" cy="20928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from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 tensorflow.keras </a:t>
            </a:r>
            <a:r>
              <a:rPr lang="en-U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 models, layers</a:t>
            </a:r>
          </a:p>
          <a:p>
            <a:endParaRPr lang="en-U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model = models.Sequential([</a:t>
            </a:r>
          </a:p>
          <a:p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base_model,</a:t>
            </a:r>
          </a:p>
          <a:p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layers.Flatten(),</a:t>
            </a:r>
          </a:p>
          <a:p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layers.Dense(</a:t>
            </a:r>
            <a:r>
              <a:rPr lang="en-US" sz="1300" noProof="1">
                <a:solidFill>
                  <a:srgbClr val="FF0066"/>
                </a:solidFill>
                <a:latin typeface="Consolas" panose="020B0609020204030204" pitchFamily="49" charset="0"/>
              </a:rPr>
              <a:t>128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activation=</a:t>
            </a:r>
            <a:r>
              <a:rPr lang="en-US" sz="1300" noProof="1">
                <a:solidFill>
                  <a:srgbClr val="00B050"/>
                </a:solidFill>
                <a:latin typeface="Consolas" panose="020B0609020204030204" pitchFamily="49" charset="0"/>
              </a:rPr>
              <a:t>'relu'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layers.Dense(</a:t>
            </a:r>
            <a:r>
              <a:rPr lang="en-US" sz="1300" noProof="1">
                <a:solidFill>
                  <a:srgbClr val="FF0066"/>
                </a:solidFill>
                <a:latin typeface="Consolas" panose="020B0609020204030204" pitchFamily="49" charset="0"/>
              </a:rPr>
              <a:t>3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activation=</a:t>
            </a:r>
            <a:r>
              <a:rPr lang="en-US" sz="1300" noProof="1">
                <a:solidFill>
                  <a:srgbClr val="00B050"/>
                </a:solidFill>
                <a:latin typeface="Consolas" panose="020B0609020204030204" pitchFamily="49" charset="0"/>
              </a:rPr>
              <a:t>'softmax'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)  </a:t>
            </a:r>
            <a:r>
              <a:rPr lang="en-US" sz="13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nueva cabeza de clasificación</a:t>
            </a:r>
          </a:p>
          <a:p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])</a:t>
            </a:r>
          </a:p>
          <a:p>
            <a:endParaRPr lang="en-U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model.</a:t>
            </a:r>
            <a:r>
              <a:rPr lang="en-US" sz="1300" noProof="1">
                <a:solidFill>
                  <a:schemeClr val="accent4"/>
                </a:solidFill>
                <a:latin typeface="Consolas" panose="020B0609020204030204" pitchFamily="49" charset="0"/>
              </a:rPr>
              <a:t>compile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(optimizer=</a:t>
            </a:r>
            <a:r>
              <a:rPr lang="en-US" sz="1300" noProof="1">
                <a:solidFill>
                  <a:srgbClr val="00B050"/>
                </a:solidFill>
                <a:latin typeface="Consolas" panose="020B0609020204030204" pitchFamily="49" charset="0"/>
              </a:rPr>
              <a:t>'adam'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loss=</a:t>
            </a:r>
            <a:r>
              <a:rPr lang="en-US" sz="1300" noProof="1">
                <a:solidFill>
                  <a:srgbClr val="00B050"/>
                </a:solidFill>
                <a:latin typeface="Consolas" panose="020B0609020204030204" pitchFamily="49" charset="0"/>
              </a:rPr>
              <a:t>'categorical_crossentropy'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metrics=[</a:t>
            </a:r>
            <a:r>
              <a:rPr lang="en-US" sz="1300" noProof="1">
                <a:solidFill>
                  <a:srgbClr val="00B050"/>
                </a:solidFill>
                <a:latin typeface="Consolas" panose="020B0609020204030204" pitchFamily="49" charset="0"/>
              </a:rPr>
              <a:t>'accuracy'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542701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5FAC7-6C3B-19A2-560F-265450F91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19CAC2DD-2370-DC83-7054-81F3866AB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578" y="2128317"/>
            <a:ext cx="8605935" cy="46085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Después de entrenar la nueva cabeza, podemos </a:t>
            </a:r>
            <a:r>
              <a:rPr lang="es-ES" sz="1600" b="1" dirty="0"/>
              <a:t>“descongelar” las últimas capas</a:t>
            </a:r>
            <a:r>
              <a:rPr lang="es-ES" sz="1600" dirty="0"/>
              <a:t> del modelo base para afinar los pesos con nuestro dataset.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1600" b="1" dirty="0"/>
              <a:t>Flujo de trabajo</a:t>
            </a:r>
            <a:r>
              <a:rPr lang="es-ES" sz="1600" dirty="0"/>
              <a:t>:</a:t>
            </a:r>
          </a:p>
          <a:p>
            <a:pPr marL="662940" lvl="1" indent="-342900">
              <a:buFont typeface="+mj-lt"/>
              <a:buAutoNum type="arabicPeriod"/>
            </a:pPr>
            <a:r>
              <a:rPr lang="es-ES" sz="1400" b="1" dirty="0"/>
              <a:t>Congelar capas base </a:t>
            </a:r>
            <a:r>
              <a:rPr lang="es-ES" sz="1400" dirty="0"/>
              <a:t>y entrenar solo la cabeza.</a:t>
            </a:r>
          </a:p>
          <a:p>
            <a:pPr marL="662940" lvl="1" indent="-342900">
              <a:buFont typeface="+mj-lt"/>
              <a:buAutoNum type="arabicPeriod"/>
            </a:pPr>
            <a:r>
              <a:rPr lang="es-ES" sz="1400" b="1" dirty="0"/>
              <a:t>Descongelar las últimas capas </a:t>
            </a:r>
            <a:r>
              <a:rPr lang="es-ES" sz="1400" dirty="0"/>
              <a:t>del modelo base.</a:t>
            </a:r>
          </a:p>
          <a:p>
            <a:pPr marL="662940" lvl="1" indent="-342900">
              <a:buFont typeface="+mj-lt"/>
              <a:buAutoNum type="arabicPeriod"/>
            </a:pPr>
            <a:r>
              <a:rPr lang="es-ES" sz="1400" b="1" dirty="0"/>
              <a:t>Reentrenar con una tasa de aprendizaje muy baja</a:t>
            </a:r>
            <a:r>
              <a:rPr lang="es-ES" sz="1400" dirty="0"/>
              <a:t>.</a:t>
            </a:r>
          </a:p>
          <a:p>
            <a:pPr marL="662940" lvl="1" indent="-342900">
              <a:buFont typeface="+mj-lt"/>
              <a:buAutoNum type="arabicPeriod"/>
            </a:pPr>
            <a:endParaRPr lang="es-ES" sz="1400" dirty="0"/>
          </a:p>
          <a:p>
            <a:pPr marL="662940" lvl="1" indent="-342900">
              <a:buFont typeface="+mj-lt"/>
              <a:buAutoNum type="arabicPeriod"/>
            </a:pPr>
            <a:endParaRPr lang="es-ES" sz="1400" dirty="0"/>
          </a:p>
          <a:p>
            <a:pPr marL="662940" lvl="1" indent="-342900">
              <a:buFont typeface="+mj-lt"/>
              <a:buAutoNum type="arabicPeriod"/>
            </a:pPr>
            <a:endParaRPr lang="es-ES" sz="1400" dirty="0"/>
          </a:p>
          <a:p>
            <a:pPr marL="662940" lvl="1" indent="-342900">
              <a:buFont typeface="+mj-lt"/>
              <a:buAutoNum type="arabicPeriod"/>
            </a:pPr>
            <a:endParaRPr lang="es-ES" sz="1400" dirty="0"/>
          </a:p>
          <a:p>
            <a:pPr marL="320040" lvl="1" indent="0">
              <a:buNone/>
            </a:pPr>
            <a:endParaRPr lang="es-ES" sz="1400" dirty="0"/>
          </a:p>
          <a:p>
            <a:r>
              <a:rPr lang="es-ES" sz="1600" b="1" dirty="0"/>
              <a:t>Riesgos</a:t>
            </a:r>
            <a:r>
              <a:rPr lang="es-ES" sz="1600" dirty="0"/>
              <a:t>:</a:t>
            </a:r>
          </a:p>
          <a:p>
            <a:pPr lvl="1"/>
            <a:r>
              <a:rPr lang="es-ES" sz="1400" dirty="0"/>
              <a:t>Si el dataset es pequeño o muy diferente → </a:t>
            </a:r>
            <a:r>
              <a:rPr lang="es-ES" sz="1400" b="1" dirty="0"/>
              <a:t>overfitting</a:t>
            </a:r>
            <a:r>
              <a:rPr lang="es-ES" sz="1400" dirty="0"/>
              <a:t>.</a:t>
            </a:r>
          </a:p>
          <a:p>
            <a:pPr lvl="1"/>
            <a:r>
              <a:rPr lang="es-ES" sz="1400" dirty="0"/>
              <a:t>Requiere </a:t>
            </a:r>
            <a:r>
              <a:rPr lang="es-ES" sz="1400" b="1" dirty="0"/>
              <a:t>más tiempo de entrenamiento </a:t>
            </a:r>
            <a:r>
              <a:rPr lang="es-ES" sz="1400" dirty="0"/>
              <a:t>y ajuste de learning rate.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84C1370-278A-5FBE-B5B7-361D34213D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5.- C</a:t>
            </a:r>
            <a:r>
              <a:rPr lang="es-ES" dirty="0"/>
              <a:t>NN</a:t>
            </a:r>
            <a:endParaRPr lang="es-ES" noProof="1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533AD2F-F634-61EC-B090-DE2A97913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Fine-</a:t>
            </a:r>
            <a:r>
              <a:rPr lang="es-ES" dirty="0" err="1"/>
              <a:t>Tuning</a:t>
            </a:r>
            <a:endParaRPr lang="es-ES" noProof="1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70A8F68-3689-BEF7-5BCF-943E941AD675}"/>
              </a:ext>
            </a:extLst>
          </p:cNvPr>
          <p:cNvSpPr txBox="1"/>
          <p:nvPr/>
        </p:nvSpPr>
        <p:spPr>
          <a:xfrm>
            <a:off x="286546" y="4005064"/>
            <a:ext cx="8570908" cy="109260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for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 layer </a:t>
            </a:r>
            <a:r>
              <a:rPr lang="en-U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in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 base_model.layers[-</a:t>
            </a:r>
            <a:r>
              <a:rPr lang="en-US" sz="1300" noProof="1">
                <a:solidFill>
                  <a:srgbClr val="FF0066"/>
                </a:solidFill>
                <a:latin typeface="Consolas" panose="020B0609020204030204" pitchFamily="49" charset="0"/>
              </a:rPr>
              <a:t>10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:]:</a:t>
            </a:r>
          </a:p>
          <a:p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layer.trainable = </a:t>
            </a:r>
            <a:r>
              <a:rPr lang="en-US" sz="1300" noProof="1">
                <a:solidFill>
                  <a:srgbClr val="00B0F0"/>
                </a:solidFill>
                <a:latin typeface="Consolas" panose="020B0609020204030204" pitchFamily="49" charset="0"/>
              </a:rPr>
              <a:t>True</a:t>
            </a:r>
          </a:p>
          <a:p>
            <a:endParaRPr lang="en-U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model.</a:t>
            </a:r>
            <a:r>
              <a:rPr lang="en-US" sz="1300" noProof="1">
                <a:solidFill>
                  <a:srgbClr val="FFC000"/>
                </a:solidFill>
                <a:latin typeface="Consolas" panose="020B0609020204030204" pitchFamily="49" charset="0"/>
              </a:rPr>
              <a:t>compile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(optimizer=keras.optimizers.Adam(</a:t>
            </a:r>
            <a:r>
              <a:rPr lang="en-US" sz="1300" noProof="1">
                <a:solidFill>
                  <a:srgbClr val="FF0066"/>
                </a:solidFill>
                <a:latin typeface="Consolas" panose="020B0609020204030204" pitchFamily="49" charset="0"/>
              </a:rPr>
              <a:t>1e-5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          loss=</a:t>
            </a:r>
            <a:r>
              <a:rPr lang="en-US" sz="1300" noProof="1">
                <a:solidFill>
                  <a:srgbClr val="00B050"/>
                </a:solidFill>
                <a:latin typeface="Consolas" panose="020B0609020204030204" pitchFamily="49" charset="0"/>
              </a:rPr>
              <a:t>'categorical_crossentropy'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metrics=[</a:t>
            </a:r>
            <a:r>
              <a:rPr lang="en-US" sz="1300" noProof="1">
                <a:solidFill>
                  <a:srgbClr val="00B050"/>
                </a:solidFill>
                <a:latin typeface="Consolas" panose="020B0609020204030204" pitchFamily="49" charset="0"/>
              </a:rPr>
              <a:t>'accuracy'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143664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9D5F-195A-86A7-93FA-460AD64BC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268AD2F5-7F97-BF05-0163-8448F21D1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578" y="2060848"/>
            <a:ext cx="8605935" cy="46085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800" dirty="0"/>
              <a:t>Visualizar la arquitectura de una red neuronal ayuda a </a:t>
            </a:r>
            <a:r>
              <a:rPr lang="es-ES" sz="1800" b="1" dirty="0"/>
              <a:t>entender su estructura</a:t>
            </a:r>
            <a:r>
              <a:rPr lang="es-ES" sz="1800" dirty="0"/>
              <a:t>, comprobar el número de capas y detectar errores antes del entrenamiento.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1800" dirty="0"/>
              <a:t>Usando </a:t>
            </a:r>
            <a:r>
              <a:rPr lang="es-ES" sz="1800" dirty="0" err="1">
                <a:highlight>
                  <a:srgbClr val="C0C0C0"/>
                </a:highlight>
                <a:latin typeface="Consolas" panose="020B0609020204030204" pitchFamily="49" charset="0"/>
              </a:rPr>
              <a:t>keras.utils.plot_model</a:t>
            </a:r>
            <a:r>
              <a:rPr lang="es-ES" sz="1800" dirty="0">
                <a:highlight>
                  <a:srgbClr val="C0C0C0"/>
                </a:highlight>
                <a:latin typeface="Consolas" panose="020B0609020204030204" pitchFamily="49" charset="0"/>
              </a:rPr>
              <a:t>()</a:t>
            </a:r>
            <a:r>
              <a:rPr lang="es-ES" sz="1800" dirty="0">
                <a:latin typeface="+mj-lt"/>
              </a:rPr>
              <a:t>:</a:t>
            </a:r>
            <a:endParaRPr lang="es-ES" sz="1800" b="1" dirty="0">
              <a:latin typeface="+mj-lt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dirty="0"/>
              <a:t>Permite generar un </a:t>
            </a:r>
            <a:r>
              <a:rPr lang="es-ES" sz="1600" b="1" dirty="0"/>
              <a:t>diagrama gráfico</a:t>
            </a:r>
            <a:r>
              <a:rPr lang="es-ES" sz="1600" dirty="0"/>
              <a:t> del modelo directamente desde el objeto </a:t>
            </a:r>
            <a:r>
              <a:rPr lang="es-ES" sz="1600" dirty="0" err="1">
                <a:highlight>
                  <a:srgbClr val="C0C0C0"/>
                </a:highlight>
                <a:latin typeface="Consolas" panose="020B0609020204030204" pitchFamily="49" charset="0"/>
              </a:rPr>
              <a:t>Model</a:t>
            </a:r>
            <a:r>
              <a:rPr lang="es-ES" sz="1600" dirty="0"/>
              <a:t> o </a:t>
            </a:r>
            <a:r>
              <a:rPr lang="es-ES" sz="1600" dirty="0">
                <a:highlight>
                  <a:srgbClr val="C0C0C0"/>
                </a:highlight>
                <a:latin typeface="Consolas" panose="020B0609020204030204" pitchFamily="49" charset="0"/>
              </a:rPr>
              <a:t>Sequential</a:t>
            </a:r>
            <a:r>
              <a:rPr lang="es-ES" sz="16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s-ES" sz="16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600" dirty="0"/>
          </a:p>
          <a:p>
            <a:pPr marL="320040" lvl="1" indent="0">
              <a:buNone/>
            </a:pPr>
            <a:endParaRPr lang="es-ES" sz="16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dirty="0" err="1">
                <a:highlight>
                  <a:srgbClr val="C0C0C0"/>
                </a:highlight>
                <a:latin typeface="Consolas" panose="020B0609020204030204" pitchFamily="49" charset="0"/>
              </a:rPr>
              <a:t>show_shapes</a:t>
            </a:r>
            <a:r>
              <a:rPr lang="es-ES" sz="1600" dirty="0">
                <a:highlight>
                  <a:srgbClr val="C0C0C0"/>
                </a:highlight>
                <a:latin typeface="Consolas" panose="020B0609020204030204" pitchFamily="49" charset="0"/>
              </a:rPr>
              <a:t>=True</a:t>
            </a:r>
            <a:r>
              <a:rPr lang="es-ES" sz="1600" dirty="0">
                <a:latin typeface="Consolas" panose="020B0609020204030204" pitchFamily="49" charset="0"/>
              </a:rPr>
              <a:t> </a:t>
            </a:r>
            <a:r>
              <a:rPr lang="es-ES" sz="1600" dirty="0"/>
              <a:t>→ muestra la forma de entrada/salida de cada capa.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dirty="0" err="1">
                <a:highlight>
                  <a:srgbClr val="C0C0C0"/>
                </a:highlight>
                <a:latin typeface="Consolas" panose="020B0609020204030204" pitchFamily="49" charset="0"/>
              </a:rPr>
              <a:t>show_layer_names</a:t>
            </a:r>
            <a:r>
              <a:rPr lang="es-ES" sz="1600" dirty="0">
                <a:highlight>
                  <a:srgbClr val="C0C0C0"/>
                </a:highlight>
                <a:latin typeface="Consolas" panose="020B0609020204030204" pitchFamily="49" charset="0"/>
              </a:rPr>
              <a:t>=True</a:t>
            </a:r>
            <a:r>
              <a:rPr lang="es-ES" sz="1600" dirty="0">
                <a:latin typeface="Consolas" panose="020B0609020204030204" pitchFamily="49" charset="0"/>
              </a:rPr>
              <a:t> </a:t>
            </a:r>
            <a:r>
              <a:rPr lang="es-ES" sz="1600" dirty="0"/>
              <a:t>→ muestra los nombres de las capas.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dirty="0" err="1">
                <a:highlight>
                  <a:srgbClr val="C0C0C0"/>
                </a:highlight>
                <a:latin typeface="Consolas" panose="020B0609020204030204" pitchFamily="49" charset="0"/>
              </a:rPr>
              <a:t>to_file</a:t>
            </a:r>
            <a:r>
              <a:rPr lang="es-ES" sz="1600" dirty="0">
                <a:highlight>
                  <a:srgbClr val="C0C0C0"/>
                </a:highlight>
                <a:latin typeface="Consolas" panose="020B0609020204030204" pitchFamily="49" charset="0"/>
              </a:rPr>
              <a:t>="modelo.png"</a:t>
            </a:r>
            <a:r>
              <a:rPr lang="es-ES" sz="1600" dirty="0">
                <a:latin typeface="Consolas" panose="020B0609020204030204" pitchFamily="49" charset="0"/>
              </a:rPr>
              <a:t> </a:t>
            </a:r>
            <a:r>
              <a:rPr lang="es-ES" sz="1600" dirty="0"/>
              <a:t>→ guarda el gráfico como imagen.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849F406-DB43-9890-039A-ED483C21C1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5.- C</a:t>
            </a:r>
            <a:r>
              <a:rPr lang="es-ES" dirty="0"/>
              <a:t>NN</a:t>
            </a:r>
            <a:endParaRPr lang="es-ES" noProof="1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9037BDD-A3C9-C2C0-E932-85E3EC89E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Visualización de Modelos en Keras</a:t>
            </a:r>
            <a:endParaRPr lang="es-ES" noProof="1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AA92C93-8645-0CB0-6662-1E97EB64A6D3}"/>
              </a:ext>
            </a:extLst>
          </p:cNvPr>
          <p:cNvSpPr txBox="1"/>
          <p:nvPr/>
        </p:nvSpPr>
        <p:spPr>
          <a:xfrm>
            <a:off x="286546" y="3841884"/>
            <a:ext cx="8570908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noProof="1">
                <a:solidFill>
                  <a:srgbClr val="00B0F0"/>
                </a:solidFill>
                <a:latin typeface="Consolas" panose="020B0609020204030204" pitchFamily="49" charset="0"/>
              </a:rPr>
              <a:t>from</a:t>
            </a:r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 tensorflow.keras.utils </a:t>
            </a:r>
            <a:r>
              <a:rPr lang="en-US" sz="14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 plot_model</a:t>
            </a:r>
          </a:p>
          <a:p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plot_model(model, show_shapes=</a:t>
            </a:r>
            <a:r>
              <a:rPr lang="en-US" sz="1400" noProof="1">
                <a:solidFill>
                  <a:srgbClr val="00B0F0"/>
                </a:solidFill>
                <a:latin typeface="Consolas" panose="020B0609020204030204" pitchFamily="49" charset="0"/>
              </a:rPr>
              <a:t>True</a:t>
            </a:r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, show_layer_names=</a:t>
            </a:r>
            <a:r>
              <a:rPr lang="en-US" sz="1400" noProof="1">
                <a:solidFill>
                  <a:srgbClr val="00B0F0"/>
                </a:solidFill>
                <a:latin typeface="Consolas" panose="020B0609020204030204" pitchFamily="49" charset="0"/>
              </a:rPr>
              <a:t>True</a:t>
            </a:r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, to_file=</a:t>
            </a:r>
            <a:r>
              <a:rPr lang="en-US" sz="1400" noProof="1">
                <a:solidFill>
                  <a:srgbClr val="00B050"/>
                </a:solidFill>
                <a:latin typeface="Consolas" panose="020B0609020204030204" pitchFamily="49" charset="0"/>
              </a:rPr>
              <a:t>"modelo.png"</a:t>
            </a:r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02316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0E683-0436-9FEF-B205-D547ACB5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42EA7CA9-A790-A9DA-38C2-CE07A0600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566" y="2060848"/>
            <a:ext cx="8605935" cy="46805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800" b="1" dirty="0"/>
              <a:t>MNIST – Detección de dígitos manuscritos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dirty="0"/>
              <a:t>70 000 imágenes (60 000 train / 10 000 test).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dirty="0"/>
              <a:t>Tamaño: </a:t>
            </a:r>
            <a:r>
              <a:rPr lang="es-ES" sz="1600" b="1" dirty="0"/>
              <a:t>28×28 píxeles</a:t>
            </a:r>
            <a:r>
              <a:rPr lang="es-ES" sz="16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dirty="0"/>
              <a:t>Escala de grises → </a:t>
            </a:r>
            <a:r>
              <a:rPr lang="es-ES" sz="1600" b="1" dirty="0"/>
              <a:t>1 canal </a:t>
            </a:r>
            <a:r>
              <a:rPr lang="es-ES" sz="1600" dirty="0"/>
              <a:t>(blanco y negro).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dirty="0"/>
              <a:t>Clases: </a:t>
            </a:r>
            <a:r>
              <a:rPr lang="es-ES" sz="1600" b="1" dirty="0"/>
              <a:t>10 dígitos (0–9)</a:t>
            </a:r>
            <a:r>
              <a:rPr lang="es-ES" sz="16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dirty="0"/>
              <a:t>Ideal para empezar con CNN simples.</a:t>
            </a:r>
          </a:p>
          <a:p>
            <a:pPr marL="320040" lvl="1" indent="0">
              <a:buNone/>
            </a:pPr>
            <a:endParaRPr lang="es-ES" sz="1600" dirty="0"/>
          </a:p>
          <a:p>
            <a:pPr marL="320040" lvl="1" indent="0">
              <a:buNone/>
            </a:pPr>
            <a:endParaRPr lang="es-ES" sz="1600" dirty="0"/>
          </a:p>
          <a:p>
            <a:r>
              <a:rPr lang="es-ES" sz="1800" b="1" dirty="0"/>
              <a:t>CIFAR-10 – Clasificación de objetos</a:t>
            </a:r>
            <a:endParaRPr lang="es-ES" sz="1800" dirty="0"/>
          </a:p>
          <a:p>
            <a:pPr lvl="1"/>
            <a:r>
              <a:rPr lang="es-ES" sz="1600" dirty="0"/>
              <a:t>60 000 imágenes (50 000 train / 10 000 test).</a:t>
            </a:r>
          </a:p>
          <a:p>
            <a:pPr lvl="1"/>
            <a:r>
              <a:rPr lang="es-ES" sz="1600" dirty="0"/>
              <a:t>Tamaño: </a:t>
            </a:r>
            <a:r>
              <a:rPr lang="es-ES" sz="1600" b="1" dirty="0"/>
              <a:t>32×32 píxeles</a:t>
            </a:r>
            <a:r>
              <a:rPr lang="es-ES" sz="1600" dirty="0"/>
              <a:t>.</a:t>
            </a:r>
          </a:p>
          <a:p>
            <a:pPr lvl="1"/>
            <a:r>
              <a:rPr lang="es-ES" sz="1600" b="1" dirty="0"/>
              <a:t>3 canales (RGB)</a:t>
            </a:r>
            <a:r>
              <a:rPr lang="es-ES" sz="1600" dirty="0"/>
              <a:t> → imágenes a color.</a:t>
            </a:r>
          </a:p>
          <a:p>
            <a:pPr lvl="1"/>
            <a:r>
              <a:rPr lang="es-ES" sz="1600" dirty="0"/>
              <a:t>Clases: 10 categorías (avión, coche, pájaro, gato,…).</a:t>
            </a:r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E1F5A2B-3C68-F093-225F-582361EF9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5.- C</a:t>
            </a:r>
            <a:r>
              <a:rPr lang="es-ES" dirty="0"/>
              <a:t>NN</a:t>
            </a:r>
            <a:endParaRPr lang="es-ES" noProof="1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0B19CED-55E3-3C13-B9C9-3377525C0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MNIST y CIFAR-10</a:t>
            </a:r>
            <a:endParaRPr lang="es-ES" noProof="1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756CCE-1F64-BF98-4093-3D632A635C05}"/>
              </a:ext>
            </a:extLst>
          </p:cNvPr>
          <p:cNvSpPr txBox="1"/>
          <p:nvPr/>
        </p:nvSpPr>
        <p:spPr>
          <a:xfrm>
            <a:off x="299536" y="3948209"/>
            <a:ext cx="8570908" cy="3077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(X_train, y_train), (X_test, y_test) = keras.datasets.mnist.load_data()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09A29A3-0D39-4F21-F4DE-2839FFE31224}"/>
              </a:ext>
            </a:extLst>
          </p:cNvPr>
          <p:cNvSpPr txBox="1"/>
          <p:nvPr/>
        </p:nvSpPr>
        <p:spPr>
          <a:xfrm>
            <a:off x="286546" y="6369544"/>
            <a:ext cx="8570908" cy="3077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noProof="1">
                <a:solidFill>
                  <a:schemeClr val="bg1"/>
                </a:solidFill>
                <a:latin typeface="Consolas" panose="020B0609020204030204" pitchFamily="49" charset="0"/>
              </a:rPr>
              <a:t>(X_train, y_train), (X_test, y_test) = keras.datasets.mnist.load_data()</a:t>
            </a:r>
          </a:p>
        </p:txBody>
      </p:sp>
      <p:pic>
        <p:nvPicPr>
          <p:cNvPr id="12" name="Imagen 11" descr="Imagen en blanco y negro de un teclado&#10;&#10;El contenido generado por IA puede ser incorrecto.">
            <a:extLst>
              <a:ext uri="{FF2B5EF4-FFF2-40B4-BE49-F238E27FC236}">
                <a16:creationId xmlns:a16="http://schemas.microsoft.com/office/drawing/2014/main" id="{E93D957E-DFA7-1582-4EA7-00BDDB4360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2127441"/>
            <a:ext cx="2837782" cy="1697940"/>
          </a:xfrm>
          <a:prstGeom prst="rect">
            <a:avLst/>
          </a:prstGeom>
        </p:spPr>
      </p:pic>
      <p:pic>
        <p:nvPicPr>
          <p:cNvPr id="14" name="Imagen 13" descr="Un conjunto de imágenes de una persona&#10;&#10;El contenido generado por IA puede ser incorrecto.">
            <a:extLst>
              <a:ext uri="{FF2B5EF4-FFF2-40B4-BE49-F238E27FC236}">
                <a16:creationId xmlns:a16="http://schemas.microsoft.com/office/drawing/2014/main" id="{56BC37C1-EB5E-8CFB-4207-FBC79893F7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4387124"/>
            <a:ext cx="2410825" cy="188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8363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a">
  <a:themeElements>
    <a:clrScheme name="Personalizado 2">
      <a:dk1>
        <a:srgbClr val="000000"/>
      </a:dk1>
      <a:lt1>
        <a:srgbClr val="FFFFFF"/>
      </a:lt1>
      <a:dk2>
        <a:srgbClr val="345C97"/>
      </a:dk2>
      <a:lt2>
        <a:srgbClr val="FFFFFF"/>
      </a:lt2>
      <a:accent1>
        <a:srgbClr val="838D9B"/>
      </a:accent1>
      <a:accent2>
        <a:srgbClr val="345C97"/>
      </a:accent2>
      <a:accent3>
        <a:srgbClr val="80716A"/>
      </a:accent3>
      <a:accent4>
        <a:srgbClr val="FF8600"/>
      </a:accent4>
      <a:accent5>
        <a:srgbClr val="345C97"/>
      </a:accent5>
      <a:accent6>
        <a:srgbClr val="5D5AD2"/>
      </a:accent6>
      <a:hlink>
        <a:srgbClr val="345C97"/>
      </a:hlink>
      <a:folHlink>
        <a:srgbClr val="FF8600"/>
      </a:folHlink>
    </a:clrScheme>
    <a:fontScheme name="Clásico de Office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35940</TotalTime>
  <Words>2117</Words>
  <Application>Microsoft Office PowerPoint</Application>
  <PresentationFormat>Presentación en pantalla (4:3)</PresentationFormat>
  <Paragraphs>258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Arial</vt:lpstr>
      <vt:lpstr>Calibri</vt:lpstr>
      <vt:lpstr>Cambria Math</vt:lpstr>
      <vt:lpstr>Consolas</vt:lpstr>
      <vt:lpstr>Wingdings</vt:lpstr>
      <vt:lpstr>Perspectiva</vt:lpstr>
      <vt:lpstr>5.- CNN: Redes Neuronales Convolucionales</vt:lpstr>
      <vt:lpstr>¿Qué es una Red Convolucional (CNN)?</vt:lpstr>
      <vt:lpstr>Diferencias entre ANN y CNN</vt:lpstr>
      <vt:lpstr>Procesamiento de Imágenes y Filtros Clásicos</vt:lpstr>
      <vt:lpstr>Operación de Convolución</vt:lpstr>
      <vt:lpstr>Stride y Padding </vt:lpstr>
      <vt:lpstr>Capas Principales de una CNN</vt:lpstr>
      <vt:lpstr>LeNet-5</vt:lpstr>
      <vt:lpstr>AlexNet y el Impacto de ImageNet</vt:lpstr>
      <vt:lpstr>Detalles de Conv2D</vt:lpstr>
      <vt:lpstr>MaxPooling y Reducción Espacial</vt:lpstr>
      <vt:lpstr>Data Augmentation</vt:lpstr>
      <vt:lpstr>Modelos Preentrenados en Keras</vt:lpstr>
      <vt:lpstr>Transfer Learning</vt:lpstr>
      <vt:lpstr>Fine-Tuning</vt:lpstr>
      <vt:lpstr>Visualización de Modelos en Keras</vt:lpstr>
      <vt:lpstr>MNIST y CIFAR-10</vt:lpstr>
    </vt:vector>
  </TitlesOfParts>
  <Company>U-TAD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Eva Perandones Serrano</dc:creator>
  <cp:lastModifiedBy>Jorge Tesch</cp:lastModifiedBy>
  <cp:revision>202</cp:revision>
  <dcterms:created xsi:type="dcterms:W3CDTF">2013-10-15T13:27:45Z</dcterms:created>
  <dcterms:modified xsi:type="dcterms:W3CDTF">2025-10-19T17:59:23Z</dcterms:modified>
</cp:coreProperties>
</file>